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4.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5.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6.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7.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7" r:id="rId1"/>
  </p:sldMasterIdLst>
  <p:notesMasterIdLst>
    <p:notesMasterId r:id="rId22"/>
  </p:notesMasterIdLst>
  <p:sldIdLst>
    <p:sldId id="256" r:id="rId2"/>
    <p:sldId id="257" r:id="rId3"/>
    <p:sldId id="266" r:id="rId4"/>
    <p:sldId id="258" r:id="rId5"/>
    <p:sldId id="267" r:id="rId6"/>
    <p:sldId id="259" r:id="rId7"/>
    <p:sldId id="260" r:id="rId8"/>
    <p:sldId id="261" r:id="rId9"/>
    <p:sldId id="262" r:id="rId10"/>
    <p:sldId id="263" r:id="rId11"/>
    <p:sldId id="264" r:id="rId12"/>
    <p:sldId id="265" r:id="rId13"/>
    <p:sldId id="268" r:id="rId14"/>
    <p:sldId id="269" r:id="rId15"/>
    <p:sldId id="270" r:id="rId16"/>
    <p:sldId id="271" r:id="rId17"/>
    <p:sldId id="272" r:id="rId18"/>
    <p:sldId id="273" r:id="rId19"/>
    <p:sldId id="275" r:id="rId20"/>
    <p:sldId id="27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F95A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14CB17-3771-42F3-A4CE-E5B31C8C7B9F}" v="2273" dt="2025-12-07T18:27:43.0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55" autoAdjust="0"/>
    <p:restoredTop sz="88521" autoAdjust="0"/>
  </p:normalViewPr>
  <p:slideViewPr>
    <p:cSldViewPr snapToGrid="0">
      <p:cViewPr varScale="1">
        <p:scale>
          <a:sx n="61" d="100"/>
          <a:sy n="61" d="100"/>
        </p:scale>
        <p:origin x="110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ijah Borque" userId="660099496c98fe38" providerId="LiveId" clId="{BA1806C3-A1D9-4D51-A3F8-CDA376AB1104}"/>
    <pc:docChg chg="undo redo custSel addSld delSld modSld sldOrd">
      <pc:chgData name="Elijah Borque" userId="660099496c98fe38" providerId="LiveId" clId="{BA1806C3-A1D9-4D51-A3F8-CDA376AB1104}" dt="2025-12-07T18:30:27.204" v="3817" actId="14100"/>
      <pc:docMkLst>
        <pc:docMk/>
      </pc:docMkLst>
      <pc:sldChg chg="addSp delSp modSp mod">
        <pc:chgData name="Elijah Borque" userId="660099496c98fe38" providerId="LiveId" clId="{BA1806C3-A1D9-4D51-A3F8-CDA376AB1104}" dt="2025-12-05T00:07:55.722" v="600" actId="403"/>
        <pc:sldMkLst>
          <pc:docMk/>
          <pc:sldMk cId="495227468" sldId="256"/>
        </pc:sldMkLst>
        <pc:spChg chg="mod">
          <ac:chgData name="Elijah Borque" userId="660099496c98fe38" providerId="LiveId" clId="{BA1806C3-A1D9-4D51-A3F8-CDA376AB1104}" dt="2025-12-05T00:07:55.722" v="600" actId="403"/>
          <ac:spMkLst>
            <pc:docMk/>
            <pc:sldMk cId="495227468" sldId="256"/>
            <ac:spMk id="5" creationId="{F7F48893-81E7-2873-B171-E23D1C6959F1}"/>
          </ac:spMkLst>
        </pc:spChg>
        <pc:picChg chg="add del">
          <ac:chgData name="Elijah Borque" userId="660099496c98fe38" providerId="LiveId" clId="{BA1806C3-A1D9-4D51-A3F8-CDA376AB1104}" dt="2025-12-04T20:22:24.553" v="10" actId="21"/>
          <ac:picMkLst>
            <pc:docMk/>
            <pc:sldMk cId="495227468" sldId="256"/>
            <ac:picMk id="2" creationId="{77A7C9FB-61ED-9B40-D6AC-9FD41536356C}"/>
          </ac:picMkLst>
        </pc:picChg>
        <pc:picChg chg="add mod">
          <ac:chgData name="Elijah Borque" userId="660099496c98fe38" providerId="LiveId" clId="{BA1806C3-A1D9-4D51-A3F8-CDA376AB1104}" dt="2025-12-04T19:54:15.252" v="8" actId="1076"/>
          <ac:picMkLst>
            <pc:docMk/>
            <pc:sldMk cId="495227468" sldId="256"/>
            <ac:picMk id="1026" creationId="{1AFA581C-D656-1931-F19E-60C8E6F63E6D}"/>
          </ac:picMkLst>
        </pc:picChg>
      </pc:sldChg>
      <pc:sldChg chg="addSp delSp modSp mod modTransition">
        <pc:chgData name="Elijah Borque" userId="660099496c98fe38" providerId="LiveId" clId="{BA1806C3-A1D9-4D51-A3F8-CDA376AB1104}" dt="2025-12-06T18:08:13.729" v="1188" actId="115"/>
        <pc:sldMkLst>
          <pc:docMk/>
          <pc:sldMk cId="4268400818" sldId="257"/>
        </pc:sldMkLst>
        <pc:spChg chg="add mod">
          <ac:chgData name="Elijah Borque" userId="660099496c98fe38" providerId="LiveId" clId="{BA1806C3-A1D9-4D51-A3F8-CDA376AB1104}" dt="2025-12-05T00:11:35.162" v="663" actId="21"/>
          <ac:spMkLst>
            <pc:docMk/>
            <pc:sldMk cId="4268400818" sldId="257"/>
            <ac:spMk id="7" creationId="{96F06CA6-F4D0-ECD6-8C2C-B58370F4351E}"/>
          </ac:spMkLst>
        </pc:spChg>
        <pc:spChg chg="add mod">
          <ac:chgData name="Elijah Borque" userId="660099496c98fe38" providerId="LiveId" clId="{BA1806C3-A1D9-4D51-A3F8-CDA376AB1104}" dt="2025-12-06T18:08:13.729" v="1188" actId="115"/>
          <ac:spMkLst>
            <pc:docMk/>
            <pc:sldMk cId="4268400818" sldId="257"/>
            <ac:spMk id="8" creationId="{E61E0FC2-D215-F1EB-AC41-12B056CC06E0}"/>
          </ac:spMkLst>
        </pc:spChg>
        <pc:picChg chg="add mod">
          <ac:chgData name="Elijah Borque" userId="660099496c98fe38" providerId="LiveId" clId="{BA1806C3-A1D9-4D51-A3F8-CDA376AB1104}" dt="2025-12-04T20:22:56.564" v="11"/>
          <ac:picMkLst>
            <pc:docMk/>
            <pc:sldMk cId="4268400818" sldId="257"/>
            <ac:picMk id="3" creationId="{43F07850-6501-1DCA-155C-CE41D0B92061}"/>
          </ac:picMkLst>
        </pc:picChg>
      </pc:sldChg>
      <pc:sldChg chg="addSp modSp new mod addAnim delAnim modAnim">
        <pc:chgData name="Elijah Borque" userId="660099496c98fe38" providerId="LiveId" clId="{BA1806C3-A1D9-4D51-A3F8-CDA376AB1104}" dt="2025-12-06T18:15:22.964" v="1229"/>
        <pc:sldMkLst>
          <pc:docMk/>
          <pc:sldMk cId="885624159" sldId="258"/>
        </pc:sldMkLst>
        <pc:spChg chg="add mod ord">
          <ac:chgData name="Elijah Borque" userId="660099496c98fe38" providerId="LiveId" clId="{BA1806C3-A1D9-4D51-A3F8-CDA376AB1104}" dt="2025-12-06T18:14:37.557" v="1225" actId="1036"/>
          <ac:spMkLst>
            <pc:docMk/>
            <pc:sldMk cId="885624159" sldId="258"/>
            <ac:spMk id="4" creationId="{FB24DBA6-6F82-C96A-DE7F-BDF047DEE5D3}"/>
          </ac:spMkLst>
        </pc:spChg>
        <pc:spChg chg="add mod">
          <ac:chgData name="Elijah Borque" userId="660099496c98fe38" providerId="LiveId" clId="{BA1806C3-A1D9-4D51-A3F8-CDA376AB1104}" dt="2025-12-06T17:40:57.643" v="978" actId="1076"/>
          <ac:spMkLst>
            <pc:docMk/>
            <pc:sldMk cId="885624159" sldId="258"/>
            <ac:spMk id="5" creationId="{F7BDB042-C345-5415-638C-122DD67019A8}"/>
          </ac:spMkLst>
        </pc:spChg>
        <pc:picChg chg="add mod">
          <ac:chgData name="Elijah Borque" userId="660099496c98fe38" providerId="LiveId" clId="{BA1806C3-A1D9-4D51-A3F8-CDA376AB1104}" dt="2025-12-04T20:24:46.347" v="37"/>
          <ac:picMkLst>
            <pc:docMk/>
            <pc:sldMk cId="885624159" sldId="258"/>
            <ac:picMk id="2" creationId="{A4AC0460-6DB4-AE48-C9DB-7F60692719F4}"/>
          </ac:picMkLst>
        </pc:picChg>
        <pc:picChg chg="add mod">
          <ac:chgData name="Elijah Borque" userId="660099496c98fe38" providerId="LiveId" clId="{BA1806C3-A1D9-4D51-A3F8-CDA376AB1104}" dt="2025-12-05T00:37:01.136" v="954" actId="14100"/>
          <ac:picMkLst>
            <pc:docMk/>
            <pc:sldMk cId="885624159" sldId="258"/>
            <ac:picMk id="3" creationId="{080F5186-45BD-5E66-6E99-B69B4ED2D976}"/>
          </ac:picMkLst>
        </pc:picChg>
      </pc:sldChg>
      <pc:sldChg chg="addSp delSp modSp add mod modAnim modNotesTx">
        <pc:chgData name="Elijah Borque" userId="660099496c98fe38" providerId="LiveId" clId="{BA1806C3-A1D9-4D51-A3F8-CDA376AB1104}" dt="2025-12-07T18:02:38.017" v="3683" actId="1076"/>
        <pc:sldMkLst>
          <pc:docMk/>
          <pc:sldMk cId="1859477089" sldId="259"/>
        </pc:sldMkLst>
        <pc:spChg chg="mod ord">
          <ac:chgData name="Elijah Borque" userId="660099496c98fe38" providerId="LiveId" clId="{BA1806C3-A1D9-4D51-A3F8-CDA376AB1104}" dt="2025-12-07T18:02:38.017" v="3683" actId="1076"/>
          <ac:spMkLst>
            <pc:docMk/>
            <pc:sldMk cId="1859477089" sldId="259"/>
            <ac:spMk id="4" creationId="{51E12311-5F35-1541-85B5-62B788807B03}"/>
          </ac:spMkLst>
        </pc:spChg>
        <pc:spChg chg="add mod">
          <ac:chgData name="Elijah Borque" userId="660099496c98fe38" providerId="LiveId" clId="{BA1806C3-A1D9-4D51-A3F8-CDA376AB1104}" dt="2025-12-06T18:48:10.706" v="1492" actId="1076"/>
          <ac:spMkLst>
            <pc:docMk/>
            <pc:sldMk cId="1859477089" sldId="259"/>
            <ac:spMk id="5" creationId="{68F4AF0A-3C80-D381-3C87-D7DC6A01079F}"/>
          </ac:spMkLst>
        </pc:spChg>
        <pc:graphicFrameChg chg="add mod">
          <ac:chgData name="Elijah Borque" userId="660099496c98fe38" providerId="LiveId" clId="{BA1806C3-A1D9-4D51-A3F8-CDA376AB1104}" dt="2025-12-06T18:21:58.225" v="1252"/>
          <ac:graphicFrameMkLst>
            <pc:docMk/>
            <pc:sldMk cId="1859477089" sldId="259"/>
            <ac:graphicFrameMk id="6" creationId="{88E2F1BF-E4AB-95F0-4430-AE6BC639BEB3}"/>
          </ac:graphicFrameMkLst>
        </pc:graphicFrameChg>
        <pc:graphicFrameChg chg="add del mod">
          <ac:chgData name="Elijah Borque" userId="660099496c98fe38" providerId="LiveId" clId="{BA1806C3-A1D9-4D51-A3F8-CDA376AB1104}" dt="2025-12-06T18:23:17.092" v="1262" actId="478"/>
          <ac:graphicFrameMkLst>
            <pc:docMk/>
            <pc:sldMk cId="1859477089" sldId="259"/>
            <ac:graphicFrameMk id="7" creationId="{88E2F1BF-E4AB-95F0-4430-AE6BC639BEB3}"/>
          </ac:graphicFrameMkLst>
        </pc:graphicFrameChg>
        <pc:graphicFrameChg chg="add mod">
          <ac:chgData name="Elijah Borque" userId="660099496c98fe38" providerId="LiveId" clId="{BA1806C3-A1D9-4D51-A3F8-CDA376AB1104}" dt="2025-12-06T19:38:51.862" v="1713" actId="1076"/>
          <ac:graphicFrameMkLst>
            <pc:docMk/>
            <pc:sldMk cId="1859477089" sldId="259"/>
            <ac:graphicFrameMk id="8" creationId="{88E2F1BF-E4AB-95F0-4430-AE6BC639BEB3}"/>
          </ac:graphicFrameMkLst>
        </pc:graphicFrameChg>
        <pc:picChg chg="mod">
          <ac:chgData name="Elijah Borque" userId="660099496c98fe38" providerId="LiveId" clId="{BA1806C3-A1D9-4D51-A3F8-CDA376AB1104}" dt="2025-12-06T18:22:04.429" v="1253" actId="108"/>
          <ac:picMkLst>
            <pc:docMk/>
            <pc:sldMk cId="1859477089" sldId="259"/>
            <ac:picMk id="2" creationId="{A640770E-4885-B513-DE50-3739FB596BBA}"/>
          </ac:picMkLst>
        </pc:picChg>
        <pc:picChg chg="del">
          <ac:chgData name="Elijah Borque" userId="660099496c98fe38" providerId="LiveId" clId="{BA1806C3-A1D9-4D51-A3F8-CDA376AB1104}" dt="2025-12-06T17:38:08.572" v="964" actId="478"/>
          <ac:picMkLst>
            <pc:docMk/>
            <pc:sldMk cId="1859477089" sldId="259"/>
            <ac:picMk id="3" creationId="{0E8C0D67-C9C1-2062-2BD7-2600A1166DD0}"/>
          </ac:picMkLst>
        </pc:picChg>
        <pc:picChg chg="add mod">
          <ac:chgData name="Elijah Borque" userId="660099496c98fe38" providerId="LiveId" clId="{BA1806C3-A1D9-4D51-A3F8-CDA376AB1104}" dt="2025-12-07T17:59:30.723" v="3664"/>
          <ac:picMkLst>
            <pc:docMk/>
            <pc:sldMk cId="1859477089" sldId="259"/>
            <ac:picMk id="9" creationId="{B8031677-C578-EC3B-963B-2FD17AD35825}"/>
          </ac:picMkLst>
        </pc:picChg>
      </pc:sldChg>
      <pc:sldChg chg="addSp delSp modSp add mod modAnim modNotesTx">
        <pc:chgData name="Elijah Borque" userId="660099496c98fe38" providerId="LiveId" clId="{BA1806C3-A1D9-4D51-A3F8-CDA376AB1104}" dt="2025-12-07T17:59:48.687" v="3666"/>
        <pc:sldMkLst>
          <pc:docMk/>
          <pc:sldMk cId="4129649166" sldId="260"/>
        </pc:sldMkLst>
        <pc:spChg chg="mod ord">
          <ac:chgData name="Elijah Borque" userId="660099496c98fe38" providerId="LiveId" clId="{BA1806C3-A1D9-4D51-A3F8-CDA376AB1104}" dt="2025-12-06T18:32:27.215" v="1353" actId="115"/>
          <ac:spMkLst>
            <pc:docMk/>
            <pc:sldMk cId="4129649166" sldId="260"/>
            <ac:spMk id="4" creationId="{CB1CCCAF-9E9C-28A3-84E5-F996F69AD4C2}"/>
          </ac:spMkLst>
        </pc:spChg>
        <pc:spChg chg="add mod">
          <ac:chgData name="Elijah Borque" userId="660099496c98fe38" providerId="LiveId" clId="{BA1806C3-A1D9-4D51-A3F8-CDA376AB1104}" dt="2025-12-06T18:28:28.074" v="1310" actId="1076"/>
          <ac:spMkLst>
            <pc:docMk/>
            <pc:sldMk cId="4129649166" sldId="260"/>
            <ac:spMk id="5" creationId="{2DCE2F5F-65D2-DB03-9713-DA2F3229C363}"/>
          </ac:spMkLst>
        </pc:spChg>
        <pc:graphicFrameChg chg="add mod">
          <ac:chgData name="Elijah Borque" userId="660099496c98fe38" providerId="LiveId" clId="{BA1806C3-A1D9-4D51-A3F8-CDA376AB1104}" dt="2025-12-06T18:56:42.261" v="1602"/>
          <ac:graphicFrameMkLst>
            <pc:docMk/>
            <pc:sldMk cId="4129649166" sldId="260"/>
            <ac:graphicFrameMk id="6" creationId="{B70C7015-39A4-AE86-2CC4-BCC2C67D0F31}"/>
          </ac:graphicFrameMkLst>
        </pc:graphicFrameChg>
        <pc:picChg chg="del">
          <ac:chgData name="Elijah Borque" userId="660099496c98fe38" providerId="LiveId" clId="{BA1806C3-A1D9-4D51-A3F8-CDA376AB1104}" dt="2025-12-06T17:38:13.017" v="965" actId="478"/>
          <ac:picMkLst>
            <pc:docMk/>
            <pc:sldMk cId="4129649166" sldId="260"/>
            <ac:picMk id="3" creationId="{AFB2EDCD-9C1B-A6B1-0012-272F5A948E1B}"/>
          </ac:picMkLst>
        </pc:picChg>
        <pc:picChg chg="add del mod">
          <ac:chgData name="Elijah Borque" userId="660099496c98fe38" providerId="LiveId" clId="{BA1806C3-A1D9-4D51-A3F8-CDA376AB1104}" dt="2025-12-07T17:59:48.111" v="3665" actId="478"/>
          <ac:picMkLst>
            <pc:docMk/>
            <pc:sldMk cId="4129649166" sldId="260"/>
            <ac:picMk id="7" creationId="{F785FCA8-38AD-4448-7735-A09EC65AB652}"/>
          </ac:picMkLst>
        </pc:picChg>
        <pc:picChg chg="add mod">
          <ac:chgData name="Elijah Borque" userId="660099496c98fe38" providerId="LiveId" clId="{BA1806C3-A1D9-4D51-A3F8-CDA376AB1104}" dt="2025-12-07T17:59:48.687" v="3666"/>
          <ac:picMkLst>
            <pc:docMk/>
            <pc:sldMk cId="4129649166" sldId="260"/>
            <ac:picMk id="8" creationId="{25841B0B-5CA5-1FFE-AD84-19F621FC4103}"/>
          </ac:picMkLst>
        </pc:picChg>
      </pc:sldChg>
      <pc:sldChg chg="addSp delSp modSp add mod modAnim modNotesTx">
        <pc:chgData name="Elijah Borque" userId="660099496c98fe38" providerId="LiveId" clId="{BA1806C3-A1D9-4D51-A3F8-CDA376AB1104}" dt="2025-12-07T18:03:22.015" v="3690" actId="1076"/>
        <pc:sldMkLst>
          <pc:docMk/>
          <pc:sldMk cId="3581760809" sldId="261"/>
        </pc:sldMkLst>
        <pc:spChg chg="mod ord">
          <ac:chgData name="Elijah Borque" userId="660099496c98fe38" providerId="LiveId" clId="{BA1806C3-A1D9-4D51-A3F8-CDA376AB1104}" dt="2025-12-07T18:03:22.015" v="3690" actId="1076"/>
          <ac:spMkLst>
            <pc:docMk/>
            <pc:sldMk cId="3581760809" sldId="261"/>
            <ac:spMk id="4" creationId="{6B2DECC2-A3F7-F586-4ADE-9051721CDD1C}"/>
          </ac:spMkLst>
        </pc:spChg>
        <pc:spChg chg="add mod">
          <ac:chgData name="Elijah Borque" userId="660099496c98fe38" providerId="LiveId" clId="{BA1806C3-A1D9-4D51-A3F8-CDA376AB1104}" dt="2025-12-06T18:31:11.096" v="1338"/>
          <ac:spMkLst>
            <pc:docMk/>
            <pc:sldMk cId="3581760809" sldId="261"/>
            <ac:spMk id="5" creationId="{1092A13E-BABF-DFC7-6349-9F1063055083}"/>
          </ac:spMkLst>
        </pc:spChg>
        <pc:spChg chg="add mod">
          <ac:chgData name="Elijah Borque" userId="660099496c98fe38" providerId="LiveId" clId="{BA1806C3-A1D9-4D51-A3F8-CDA376AB1104}" dt="2025-12-07T18:03:01.284" v="3686" actId="1076"/>
          <ac:spMkLst>
            <pc:docMk/>
            <pc:sldMk cId="3581760809" sldId="261"/>
            <ac:spMk id="6" creationId="{EC7B8F8E-C498-3E25-4553-EAF0F516D2C3}"/>
          </ac:spMkLst>
        </pc:spChg>
        <pc:graphicFrameChg chg="add mod">
          <ac:chgData name="Elijah Borque" userId="660099496c98fe38" providerId="LiveId" clId="{BA1806C3-A1D9-4D51-A3F8-CDA376AB1104}" dt="2025-12-06T19:39:25.954" v="1719"/>
          <ac:graphicFrameMkLst>
            <pc:docMk/>
            <pc:sldMk cId="3581760809" sldId="261"/>
            <ac:graphicFrameMk id="7" creationId="{91A3EF29-123B-2623-9BFC-7C0F51052894}"/>
          </ac:graphicFrameMkLst>
        </pc:graphicFrameChg>
        <pc:picChg chg="mod">
          <ac:chgData name="Elijah Borque" userId="660099496c98fe38" providerId="LiveId" clId="{BA1806C3-A1D9-4D51-A3F8-CDA376AB1104}" dt="2025-12-06T18:31:17.181" v="1341" actId="1076"/>
          <ac:picMkLst>
            <pc:docMk/>
            <pc:sldMk cId="3581760809" sldId="261"/>
            <ac:picMk id="2" creationId="{89C3428D-010A-A131-8E3D-B87722E53317}"/>
          </ac:picMkLst>
        </pc:picChg>
        <pc:picChg chg="del">
          <ac:chgData name="Elijah Borque" userId="660099496c98fe38" providerId="LiveId" clId="{BA1806C3-A1D9-4D51-A3F8-CDA376AB1104}" dt="2025-12-06T17:38:18.265" v="966" actId="478"/>
          <ac:picMkLst>
            <pc:docMk/>
            <pc:sldMk cId="3581760809" sldId="261"/>
            <ac:picMk id="3" creationId="{EBBEE073-E6B4-BA5B-E2EB-C8E53423869B}"/>
          </ac:picMkLst>
        </pc:picChg>
        <pc:picChg chg="add del mod">
          <ac:chgData name="Elijah Borque" userId="660099496c98fe38" providerId="LiveId" clId="{BA1806C3-A1D9-4D51-A3F8-CDA376AB1104}" dt="2025-12-07T17:59:53.976" v="3667" actId="478"/>
          <ac:picMkLst>
            <pc:docMk/>
            <pc:sldMk cId="3581760809" sldId="261"/>
            <ac:picMk id="8" creationId="{B53B0CE4-473E-CC50-8993-71D8BE4D6926}"/>
          </ac:picMkLst>
        </pc:picChg>
        <pc:picChg chg="add mod">
          <ac:chgData name="Elijah Borque" userId="660099496c98fe38" providerId="LiveId" clId="{BA1806C3-A1D9-4D51-A3F8-CDA376AB1104}" dt="2025-12-07T17:59:54.644" v="3668"/>
          <ac:picMkLst>
            <pc:docMk/>
            <pc:sldMk cId="3581760809" sldId="261"/>
            <ac:picMk id="9" creationId="{BE025431-D995-D14C-423F-2FE92A5CE49F}"/>
          </ac:picMkLst>
        </pc:picChg>
      </pc:sldChg>
      <pc:sldChg chg="addSp delSp modSp add mod modAnim modNotesTx">
        <pc:chgData name="Elijah Borque" userId="660099496c98fe38" providerId="LiveId" clId="{BA1806C3-A1D9-4D51-A3F8-CDA376AB1104}" dt="2025-12-07T18:03:31.157" v="3691" actId="1076"/>
        <pc:sldMkLst>
          <pc:docMk/>
          <pc:sldMk cId="3087798163" sldId="262"/>
        </pc:sldMkLst>
        <pc:spChg chg="mod ord">
          <ac:chgData name="Elijah Borque" userId="660099496c98fe38" providerId="LiveId" clId="{BA1806C3-A1D9-4D51-A3F8-CDA376AB1104}" dt="2025-12-07T18:03:31.157" v="3691" actId="1076"/>
          <ac:spMkLst>
            <pc:docMk/>
            <pc:sldMk cId="3087798163" sldId="262"/>
            <ac:spMk id="4" creationId="{CA965ED6-88AE-9D5D-DD11-119BC7026A13}"/>
          </ac:spMkLst>
        </pc:spChg>
        <pc:spChg chg="add mod">
          <ac:chgData name="Elijah Borque" userId="660099496c98fe38" providerId="LiveId" clId="{BA1806C3-A1D9-4D51-A3F8-CDA376AB1104}" dt="2025-12-06T18:47:05.580" v="1490" actId="1076"/>
          <ac:spMkLst>
            <pc:docMk/>
            <pc:sldMk cId="3087798163" sldId="262"/>
            <ac:spMk id="5" creationId="{12E94EEF-6650-6D6E-691F-FD526287F06A}"/>
          </ac:spMkLst>
        </pc:spChg>
        <pc:graphicFrameChg chg="add mod">
          <ac:chgData name="Elijah Borque" userId="660099496c98fe38" providerId="LiveId" clId="{BA1806C3-A1D9-4D51-A3F8-CDA376AB1104}" dt="2025-12-06T18:59:07.379" v="1623"/>
          <ac:graphicFrameMkLst>
            <pc:docMk/>
            <pc:sldMk cId="3087798163" sldId="262"/>
            <ac:graphicFrameMk id="6" creationId="{1F534862-3D20-84B2-AD18-9F39DB82C81B}"/>
          </ac:graphicFrameMkLst>
        </pc:graphicFrameChg>
        <pc:picChg chg="del">
          <ac:chgData name="Elijah Borque" userId="660099496c98fe38" providerId="LiveId" clId="{BA1806C3-A1D9-4D51-A3F8-CDA376AB1104}" dt="2025-12-06T17:38:29.052" v="967" actId="478"/>
          <ac:picMkLst>
            <pc:docMk/>
            <pc:sldMk cId="3087798163" sldId="262"/>
            <ac:picMk id="3" creationId="{7EE2F0A7-A478-B349-DBC0-D2322FCBCE61}"/>
          </ac:picMkLst>
        </pc:picChg>
        <pc:picChg chg="add del mod">
          <ac:chgData name="Elijah Borque" userId="660099496c98fe38" providerId="LiveId" clId="{BA1806C3-A1D9-4D51-A3F8-CDA376AB1104}" dt="2025-12-07T17:59:57.448" v="3669" actId="478"/>
          <ac:picMkLst>
            <pc:docMk/>
            <pc:sldMk cId="3087798163" sldId="262"/>
            <ac:picMk id="7" creationId="{4745D90B-31BF-AE62-9F32-D68F38B2915D}"/>
          </ac:picMkLst>
        </pc:picChg>
        <pc:picChg chg="add mod">
          <ac:chgData name="Elijah Borque" userId="660099496c98fe38" providerId="LiveId" clId="{BA1806C3-A1D9-4D51-A3F8-CDA376AB1104}" dt="2025-12-07T17:59:57.988" v="3670"/>
          <ac:picMkLst>
            <pc:docMk/>
            <pc:sldMk cId="3087798163" sldId="262"/>
            <ac:picMk id="8" creationId="{1A16C52A-B21B-2563-3597-9649152D75FA}"/>
          </ac:picMkLst>
        </pc:picChg>
      </pc:sldChg>
      <pc:sldChg chg="addSp delSp modSp add mod modAnim modNotesTx">
        <pc:chgData name="Elijah Borque" userId="660099496c98fe38" providerId="LiveId" clId="{BA1806C3-A1D9-4D51-A3F8-CDA376AB1104}" dt="2025-12-07T18:03:36.150" v="3692" actId="1076"/>
        <pc:sldMkLst>
          <pc:docMk/>
          <pc:sldMk cId="4082378728" sldId="263"/>
        </pc:sldMkLst>
        <pc:spChg chg="mod ord">
          <ac:chgData name="Elijah Borque" userId="660099496c98fe38" providerId="LiveId" clId="{BA1806C3-A1D9-4D51-A3F8-CDA376AB1104}" dt="2025-12-07T18:03:36.150" v="3692" actId="1076"/>
          <ac:spMkLst>
            <pc:docMk/>
            <pc:sldMk cId="4082378728" sldId="263"/>
            <ac:spMk id="4" creationId="{6E6DFF9B-E39A-1487-A56C-2117981048DD}"/>
          </ac:spMkLst>
        </pc:spChg>
        <pc:spChg chg="add mod">
          <ac:chgData name="Elijah Borque" userId="660099496c98fe38" providerId="LiveId" clId="{BA1806C3-A1D9-4D51-A3F8-CDA376AB1104}" dt="2025-12-06T18:52:49.239" v="1550" actId="1076"/>
          <ac:spMkLst>
            <pc:docMk/>
            <pc:sldMk cId="4082378728" sldId="263"/>
            <ac:spMk id="5" creationId="{B42F25B0-5631-D581-A32A-8FC84AD0836F}"/>
          </ac:spMkLst>
        </pc:spChg>
        <pc:graphicFrameChg chg="add mod">
          <ac:chgData name="Elijah Borque" userId="660099496c98fe38" providerId="LiveId" clId="{BA1806C3-A1D9-4D51-A3F8-CDA376AB1104}" dt="2025-12-06T18:55:59.560" v="1599" actId="692"/>
          <ac:graphicFrameMkLst>
            <pc:docMk/>
            <pc:sldMk cId="4082378728" sldId="263"/>
            <ac:graphicFrameMk id="6" creationId="{7AC1A785-202C-E707-0E92-6F5DE9699259}"/>
          </ac:graphicFrameMkLst>
        </pc:graphicFrameChg>
        <pc:picChg chg="del">
          <ac:chgData name="Elijah Borque" userId="660099496c98fe38" providerId="LiveId" clId="{BA1806C3-A1D9-4D51-A3F8-CDA376AB1104}" dt="2025-12-06T17:38:32.683" v="968" actId="478"/>
          <ac:picMkLst>
            <pc:docMk/>
            <pc:sldMk cId="4082378728" sldId="263"/>
            <ac:picMk id="3" creationId="{664ECDA0-C17B-73BE-F404-7E6280FC4FFD}"/>
          </ac:picMkLst>
        </pc:picChg>
        <pc:picChg chg="add del mod">
          <ac:chgData name="Elijah Borque" userId="660099496c98fe38" providerId="LiveId" clId="{BA1806C3-A1D9-4D51-A3F8-CDA376AB1104}" dt="2025-12-07T18:00:01.327" v="3671" actId="478"/>
          <ac:picMkLst>
            <pc:docMk/>
            <pc:sldMk cId="4082378728" sldId="263"/>
            <ac:picMk id="7" creationId="{EAA301CB-340A-E42D-B6B3-9F5271D695EC}"/>
          </ac:picMkLst>
        </pc:picChg>
        <pc:picChg chg="add mod">
          <ac:chgData name="Elijah Borque" userId="660099496c98fe38" providerId="LiveId" clId="{BA1806C3-A1D9-4D51-A3F8-CDA376AB1104}" dt="2025-12-07T18:00:01.864" v="3672"/>
          <ac:picMkLst>
            <pc:docMk/>
            <pc:sldMk cId="4082378728" sldId="263"/>
            <ac:picMk id="8" creationId="{636A966E-019E-40A8-BED5-38EB6198056C}"/>
          </ac:picMkLst>
        </pc:picChg>
      </pc:sldChg>
      <pc:sldChg chg="addSp delSp modSp add mod modAnim modNotesTx">
        <pc:chgData name="Elijah Borque" userId="660099496c98fe38" providerId="LiveId" clId="{BA1806C3-A1D9-4D51-A3F8-CDA376AB1104}" dt="2025-12-07T18:00:12.229" v="3674"/>
        <pc:sldMkLst>
          <pc:docMk/>
          <pc:sldMk cId="682887069" sldId="264"/>
        </pc:sldMkLst>
        <pc:spChg chg="mod ord">
          <ac:chgData name="Elijah Borque" userId="660099496c98fe38" providerId="LiveId" clId="{BA1806C3-A1D9-4D51-A3F8-CDA376AB1104}" dt="2025-12-06T19:01:10.659" v="1642" actId="115"/>
          <ac:spMkLst>
            <pc:docMk/>
            <pc:sldMk cId="682887069" sldId="264"/>
            <ac:spMk id="4" creationId="{E5432A54-8968-18E0-FBCA-F5090E0ADC09}"/>
          </ac:spMkLst>
        </pc:spChg>
        <pc:spChg chg="add mod">
          <ac:chgData name="Elijah Borque" userId="660099496c98fe38" providerId="LiveId" clId="{BA1806C3-A1D9-4D51-A3F8-CDA376AB1104}" dt="2025-12-06T19:00:53.544" v="1640" actId="1076"/>
          <ac:spMkLst>
            <pc:docMk/>
            <pc:sldMk cId="682887069" sldId="264"/>
            <ac:spMk id="5" creationId="{BDB86A3D-968D-6CA8-CE64-05DACEBEB61D}"/>
          </ac:spMkLst>
        </pc:spChg>
        <pc:graphicFrameChg chg="add mod">
          <ac:chgData name="Elijah Borque" userId="660099496c98fe38" providerId="LiveId" clId="{BA1806C3-A1D9-4D51-A3F8-CDA376AB1104}" dt="2025-12-06T19:14:08.729" v="1681"/>
          <ac:graphicFrameMkLst>
            <pc:docMk/>
            <pc:sldMk cId="682887069" sldId="264"/>
            <ac:graphicFrameMk id="6" creationId="{056EA87A-C993-5F56-A29F-7CC4DFA8C6A8}"/>
          </ac:graphicFrameMkLst>
        </pc:graphicFrameChg>
        <pc:picChg chg="del">
          <ac:chgData name="Elijah Borque" userId="660099496c98fe38" providerId="LiveId" clId="{BA1806C3-A1D9-4D51-A3F8-CDA376AB1104}" dt="2025-12-06T17:38:36.492" v="969" actId="478"/>
          <ac:picMkLst>
            <pc:docMk/>
            <pc:sldMk cId="682887069" sldId="264"/>
            <ac:picMk id="3" creationId="{882B9729-60BF-24AE-EE6A-4DF32F43561D}"/>
          </ac:picMkLst>
        </pc:picChg>
        <pc:picChg chg="add del mod">
          <ac:chgData name="Elijah Borque" userId="660099496c98fe38" providerId="LiveId" clId="{BA1806C3-A1D9-4D51-A3F8-CDA376AB1104}" dt="2025-12-07T18:00:11.669" v="3673" actId="478"/>
          <ac:picMkLst>
            <pc:docMk/>
            <pc:sldMk cId="682887069" sldId="264"/>
            <ac:picMk id="7" creationId="{1E0F42EB-A6DA-8F0F-3BF5-A6A57B502581}"/>
          </ac:picMkLst>
        </pc:picChg>
        <pc:picChg chg="add mod">
          <ac:chgData name="Elijah Borque" userId="660099496c98fe38" providerId="LiveId" clId="{BA1806C3-A1D9-4D51-A3F8-CDA376AB1104}" dt="2025-12-07T18:00:12.229" v="3674"/>
          <ac:picMkLst>
            <pc:docMk/>
            <pc:sldMk cId="682887069" sldId="264"/>
            <ac:picMk id="8" creationId="{E81F82E9-BCF2-95DC-C452-17DE24F122A9}"/>
          </ac:picMkLst>
        </pc:picChg>
      </pc:sldChg>
      <pc:sldChg chg="addSp delSp modSp add mod modAnim modNotesTx">
        <pc:chgData name="Elijah Borque" userId="660099496c98fe38" providerId="LiveId" clId="{BA1806C3-A1D9-4D51-A3F8-CDA376AB1104}" dt="2025-12-07T18:21:45.089" v="3768" actId="115"/>
        <pc:sldMkLst>
          <pc:docMk/>
          <pc:sldMk cId="3851941888" sldId="265"/>
        </pc:sldMkLst>
        <pc:spChg chg="mod ord">
          <ac:chgData name="Elijah Borque" userId="660099496c98fe38" providerId="LiveId" clId="{BA1806C3-A1D9-4D51-A3F8-CDA376AB1104}" dt="2025-12-07T18:21:45.089" v="3768" actId="115"/>
          <ac:spMkLst>
            <pc:docMk/>
            <pc:sldMk cId="3851941888" sldId="265"/>
            <ac:spMk id="4" creationId="{B3D9D350-E6C5-EB8A-F2F3-76DA2DAADB5D}"/>
          </ac:spMkLst>
        </pc:spChg>
        <pc:spChg chg="add mod">
          <ac:chgData name="Elijah Borque" userId="660099496c98fe38" providerId="LiveId" clId="{BA1806C3-A1D9-4D51-A3F8-CDA376AB1104}" dt="2025-12-06T19:11:34.764" v="1656"/>
          <ac:spMkLst>
            <pc:docMk/>
            <pc:sldMk cId="3851941888" sldId="265"/>
            <ac:spMk id="5" creationId="{5DA48A6C-454F-B1BA-913A-7E91187141EC}"/>
          </ac:spMkLst>
        </pc:spChg>
        <pc:graphicFrameChg chg="add mod">
          <ac:chgData name="Elijah Borque" userId="660099496c98fe38" providerId="LiveId" clId="{BA1806C3-A1D9-4D51-A3F8-CDA376AB1104}" dt="2025-12-06T19:14:44.139" v="1683"/>
          <ac:graphicFrameMkLst>
            <pc:docMk/>
            <pc:sldMk cId="3851941888" sldId="265"/>
            <ac:graphicFrameMk id="6" creationId="{403BAB8A-8259-796A-181E-3C106218BA39}"/>
          </ac:graphicFrameMkLst>
        </pc:graphicFrameChg>
        <pc:picChg chg="mod">
          <ac:chgData name="Elijah Borque" userId="660099496c98fe38" providerId="LiveId" clId="{BA1806C3-A1D9-4D51-A3F8-CDA376AB1104}" dt="2025-12-06T19:11:51.621" v="1662" actId="1076"/>
          <ac:picMkLst>
            <pc:docMk/>
            <pc:sldMk cId="3851941888" sldId="265"/>
            <ac:picMk id="2" creationId="{E7405956-4435-855C-6C56-945FACB86EBC}"/>
          </ac:picMkLst>
        </pc:picChg>
        <pc:picChg chg="del">
          <ac:chgData name="Elijah Borque" userId="660099496c98fe38" providerId="LiveId" clId="{BA1806C3-A1D9-4D51-A3F8-CDA376AB1104}" dt="2025-12-06T17:38:41.963" v="970" actId="478"/>
          <ac:picMkLst>
            <pc:docMk/>
            <pc:sldMk cId="3851941888" sldId="265"/>
            <ac:picMk id="3" creationId="{B2AF0C71-9B5C-9325-DB62-FB40AE309C84}"/>
          </ac:picMkLst>
        </pc:picChg>
        <pc:picChg chg="add del mod">
          <ac:chgData name="Elijah Borque" userId="660099496c98fe38" providerId="LiveId" clId="{BA1806C3-A1D9-4D51-A3F8-CDA376AB1104}" dt="2025-12-07T18:00:21.017" v="3675" actId="478"/>
          <ac:picMkLst>
            <pc:docMk/>
            <pc:sldMk cId="3851941888" sldId="265"/>
            <ac:picMk id="7" creationId="{B1E6E2DE-1C37-8019-42A2-F33E256D9691}"/>
          </ac:picMkLst>
        </pc:picChg>
        <pc:picChg chg="add mod">
          <ac:chgData name="Elijah Borque" userId="660099496c98fe38" providerId="LiveId" clId="{BA1806C3-A1D9-4D51-A3F8-CDA376AB1104}" dt="2025-12-07T18:00:21.547" v="3676"/>
          <ac:picMkLst>
            <pc:docMk/>
            <pc:sldMk cId="3851941888" sldId="265"/>
            <ac:picMk id="8" creationId="{13DA78D1-4475-7A49-8BB9-C50514D2234E}"/>
          </ac:picMkLst>
        </pc:picChg>
      </pc:sldChg>
      <pc:sldChg chg="addSp modSp add mod modTransition addAnim delAnim modAnim">
        <pc:chgData name="Elijah Borque" userId="660099496c98fe38" providerId="LiveId" clId="{BA1806C3-A1D9-4D51-A3F8-CDA376AB1104}" dt="2025-12-06T20:05:21.949" v="2464" actId="113"/>
        <pc:sldMkLst>
          <pc:docMk/>
          <pc:sldMk cId="101567575" sldId="266"/>
        </pc:sldMkLst>
        <pc:spChg chg="add mod">
          <ac:chgData name="Elijah Borque" userId="660099496c98fe38" providerId="LiveId" clId="{BA1806C3-A1D9-4D51-A3F8-CDA376AB1104}" dt="2025-12-06T18:08:18.509" v="1189" actId="115"/>
          <ac:spMkLst>
            <pc:docMk/>
            <pc:sldMk cId="101567575" sldId="266"/>
            <ac:spMk id="4" creationId="{C10B7935-ED32-CA10-4BEA-B10BC168EF6E}"/>
          </ac:spMkLst>
        </pc:spChg>
        <pc:spChg chg="add mod">
          <ac:chgData name="Elijah Borque" userId="660099496c98fe38" providerId="LiveId" clId="{BA1806C3-A1D9-4D51-A3F8-CDA376AB1104}" dt="2025-12-06T20:05:21.949" v="2464" actId="113"/>
          <ac:spMkLst>
            <pc:docMk/>
            <pc:sldMk cId="101567575" sldId="266"/>
            <ac:spMk id="5" creationId="{EB23E74F-5C9E-10D9-6A71-EB58A1D249AD}"/>
          </ac:spMkLst>
        </pc:spChg>
        <pc:spChg chg="mod">
          <ac:chgData name="Elijah Borque" userId="660099496c98fe38" providerId="LiveId" clId="{BA1806C3-A1D9-4D51-A3F8-CDA376AB1104}" dt="2025-12-05T00:13:00.650" v="680" actId="20577"/>
          <ac:spMkLst>
            <pc:docMk/>
            <pc:sldMk cId="101567575" sldId="266"/>
            <ac:spMk id="7" creationId="{0F535A93-8267-9D8C-6306-0FDDC0075E88}"/>
          </ac:spMkLst>
        </pc:spChg>
      </pc:sldChg>
      <pc:sldChg chg="addSp delSp modSp add mod modTransition addAnim delAnim modAnim">
        <pc:chgData name="Elijah Borque" userId="660099496c98fe38" providerId="LiveId" clId="{BA1806C3-A1D9-4D51-A3F8-CDA376AB1104}" dt="2025-12-06T19:26:24.254" v="1703"/>
        <pc:sldMkLst>
          <pc:docMk/>
          <pc:sldMk cId="1739811536" sldId="267"/>
        </pc:sldMkLst>
        <pc:spChg chg="mod">
          <ac:chgData name="Elijah Borque" userId="660099496c98fe38" providerId="LiveId" clId="{BA1806C3-A1D9-4D51-A3F8-CDA376AB1104}" dt="2025-12-06T18:14:44.475" v="1228" actId="1036"/>
          <ac:spMkLst>
            <pc:docMk/>
            <pc:sldMk cId="1739811536" sldId="267"/>
            <ac:spMk id="4" creationId="{D6E14548-F773-8EDD-67C3-7B01E0BE5B10}"/>
          </ac:spMkLst>
        </pc:spChg>
        <pc:spChg chg="mod">
          <ac:chgData name="Elijah Borque" userId="660099496c98fe38" providerId="LiveId" clId="{BA1806C3-A1D9-4D51-A3F8-CDA376AB1104}" dt="2025-12-06T18:12:28.386" v="1202" actId="1076"/>
          <ac:spMkLst>
            <pc:docMk/>
            <pc:sldMk cId="1739811536" sldId="267"/>
            <ac:spMk id="5" creationId="{C1B55F99-F47D-F2D4-B969-0DB0045D5A7B}"/>
          </ac:spMkLst>
        </pc:spChg>
        <pc:spChg chg="add mod">
          <ac:chgData name="Elijah Borque" userId="660099496c98fe38" providerId="LiveId" clId="{BA1806C3-A1D9-4D51-A3F8-CDA376AB1104}" dt="2025-12-06T17:44:38.836" v="1053" actId="1076"/>
          <ac:spMkLst>
            <pc:docMk/>
            <pc:sldMk cId="1739811536" sldId="267"/>
            <ac:spMk id="6" creationId="{4A7AA02C-8430-7214-6361-6074F329E7A6}"/>
          </ac:spMkLst>
        </pc:spChg>
        <pc:spChg chg="add del mod">
          <ac:chgData name="Elijah Borque" userId="660099496c98fe38" providerId="LiveId" clId="{BA1806C3-A1D9-4D51-A3F8-CDA376AB1104}" dt="2025-12-06T17:56:12.915" v="1070" actId="478"/>
          <ac:spMkLst>
            <pc:docMk/>
            <pc:sldMk cId="1739811536" sldId="267"/>
            <ac:spMk id="7" creationId="{7D0C4808-3D22-41F5-C1DF-F56FDB39342C}"/>
          </ac:spMkLst>
        </pc:spChg>
        <pc:spChg chg="add mod">
          <ac:chgData name="Elijah Borque" userId="660099496c98fe38" providerId="LiveId" clId="{BA1806C3-A1D9-4D51-A3F8-CDA376AB1104}" dt="2025-12-06T17:57:26.805" v="1135" actId="1076"/>
          <ac:spMkLst>
            <pc:docMk/>
            <pc:sldMk cId="1739811536" sldId="267"/>
            <ac:spMk id="8" creationId="{9BF9E7CB-A12D-55FC-D4F4-7EE1A6BA1967}"/>
          </ac:spMkLst>
        </pc:spChg>
        <pc:spChg chg="add mod">
          <ac:chgData name="Elijah Borque" userId="660099496c98fe38" providerId="LiveId" clId="{BA1806C3-A1D9-4D51-A3F8-CDA376AB1104}" dt="2025-12-06T17:57:36.987" v="1136" actId="1076"/>
          <ac:spMkLst>
            <pc:docMk/>
            <pc:sldMk cId="1739811536" sldId="267"/>
            <ac:spMk id="9" creationId="{36C3D8D3-522B-5401-41B2-AC10CCBB4F5E}"/>
          </ac:spMkLst>
        </pc:spChg>
        <pc:spChg chg="add mod">
          <ac:chgData name="Elijah Borque" userId="660099496c98fe38" providerId="LiveId" clId="{BA1806C3-A1D9-4D51-A3F8-CDA376AB1104}" dt="2025-12-06T17:57:46.403" v="1137"/>
          <ac:spMkLst>
            <pc:docMk/>
            <pc:sldMk cId="1739811536" sldId="267"/>
            <ac:spMk id="10" creationId="{00E38E17-B997-CA0A-D55B-4A7EC9C26DA0}"/>
          </ac:spMkLst>
        </pc:spChg>
        <pc:spChg chg="add mod">
          <ac:chgData name="Elijah Borque" userId="660099496c98fe38" providerId="LiveId" clId="{BA1806C3-A1D9-4D51-A3F8-CDA376AB1104}" dt="2025-12-06T18:07:57.245" v="1187" actId="1076"/>
          <ac:spMkLst>
            <pc:docMk/>
            <pc:sldMk cId="1739811536" sldId="267"/>
            <ac:spMk id="11" creationId="{64468318-F3A7-4770-B195-39867176B618}"/>
          </ac:spMkLst>
        </pc:spChg>
        <pc:picChg chg="add del mod">
          <ac:chgData name="Elijah Borque" userId="660099496c98fe38" providerId="LiveId" clId="{BA1806C3-A1D9-4D51-A3F8-CDA376AB1104}" dt="2025-12-06T18:03:38" v="1153" actId="478"/>
          <ac:picMkLst>
            <pc:docMk/>
            <pc:sldMk cId="1739811536" sldId="267"/>
            <ac:picMk id="13" creationId="{2B0FEE30-942F-7A68-A8CF-A5FCB89DA593}"/>
          </ac:picMkLst>
        </pc:picChg>
        <pc:picChg chg="add del mod">
          <ac:chgData name="Elijah Borque" userId="660099496c98fe38" providerId="LiveId" clId="{BA1806C3-A1D9-4D51-A3F8-CDA376AB1104}" dt="2025-12-06T18:03:38" v="1153" actId="478"/>
          <ac:picMkLst>
            <pc:docMk/>
            <pc:sldMk cId="1739811536" sldId="267"/>
            <ac:picMk id="15" creationId="{BF97C8ED-0942-93B1-3B0E-08FB0680FD58}"/>
          </ac:picMkLst>
        </pc:picChg>
        <pc:picChg chg="add mod">
          <ac:chgData name="Elijah Borque" userId="660099496c98fe38" providerId="LiveId" clId="{BA1806C3-A1D9-4D51-A3F8-CDA376AB1104}" dt="2025-12-06T18:07:17.414" v="1181" actId="207"/>
          <ac:picMkLst>
            <pc:docMk/>
            <pc:sldMk cId="1739811536" sldId="267"/>
            <ac:picMk id="17" creationId="{03997A11-6E1F-3BDA-1A95-44D0035F9E56}"/>
          </ac:picMkLst>
        </pc:picChg>
        <pc:picChg chg="add mod">
          <ac:chgData name="Elijah Borque" userId="660099496c98fe38" providerId="LiveId" clId="{BA1806C3-A1D9-4D51-A3F8-CDA376AB1104}" dt="2025-12-06T18:07:12.738" v="1180" actId="207"/>
          <ac:picMkLst>
            <pc:docMk/>
            <pc:sldMk cId="1739811536" sldId="267"/>
            <ac:picMk id="19" creationId="{A22C0A21-871A-22CD-665A-E4E6977F0C6D}"/>
          </ac:picMkLst>
        </pc:picChg>
      </pc:sldChg>
      <pc:sldChg chg="addSp delSp modSp new mod setBg modAnim">
        <pc:chgData name="Elijah Borque" userId="660099496c98fe38" providerId="LiveId" clId="{BA1806C3-A1D9-4D51-A3F8-CDA376AB1104}" dt="2025-12-07T18:03:50.640" v="3693" actId="1076"/>
        <pc:sldMkLst>
          <pc:docMk/>
          <pc:sldMk cId="2646859659" sldId="268"/>
        </pc:sldMkLst>
        <pc:spChg chg="add mod">
          <ac:chgData name="Elijah Borque" userId="660099496c98fe38" providerId="LiveId" clId="{BA1806C3-A1D9-4D51-A3F8-CDA376AB1104}" dt="2025-12-06T19:47:26.166" v="1729"/>
          <ac:spMkLst>
            <pc:docMk/>
            <pc:sldMk cId="2646859659" sldId="268"/>
            <ac:spMk id="3" creationId="{00B5C462-69D2-C849-8330-B3EDF8B3CA59}"/>
          </ac:spMkLst>
        </pc:spChg>
        <pc:spChg chg="add mod">
          <ac:chgData name="Elijah Borque" userId="660099496c98fe38" providerId="LiveId" clId="{BA1806C3-A1D9-4D51-A3F8-CDA376AB1104}" dt="2025-12-07T18:03:50.640" v="3693" actId="1076"/>
          <ac:spMkLst>
            <pc:docMk/>
            <pc:sldMk cId="2646859659" sldId="268"/>
            <ac:spMk id="4" creationId="{30263005-FC93-408E-8F12-08BA006BF807}"/>
          </ac:spMkLst>
        </pc:spChg>
        <pc:spChg chg="add del">
          <ac:chgData name="Elijah Borque" userId="660099496c98fe38" providerId="LiveId" clId="{BA1806C3-A1D9-4D51-A3F8-CDA376AB1104}" dt="2025-12-06T19:46:37.296" v="1727" actId="26606"/>
          <ac:spMkLst>
            <pc:docMk/>
            <pc:sldMk cId="2646859659" sldId="268"/>
            <ac:spMk id="7" creationId="{ABA4FDDF-F59C-428B-8603-3A86D75931AB}"/>
          </ac:spMkLst>
        </pc:spChg>
        <pc:picChg chg="add mod">
          <ac:chgData name="Elijah Borque" userId="660099496c98fe38" providerId="LiveId" clId="{BA1806C3-A1D9-4D51-A3F8-CDA376AB1104}" dt="2025-12-06T19:46:41.289" v="1728" actId="1076"/>
          <ac:picMkLst>
            <pc:docMk/>
            <pc:sldMk cId="2646859659" sldId="268"/>
            <ac:picMk id="2" creationId="{375903B5-DE9B-8FB7-E5CB-0572115C2565}"/>
          </ac:picMkLst>
        </pc:picChg>
        <pc:picChg chg="add mod">
          <ac:chgData name="Elijah Borque" userId="660099496c98fe38" providerId="LiveId" clId="{BA1806C3-A1D9-4D51-A3F8-CDA376AB1104}" dt="2025-12-06T19:51:36.312" v="1851"/>
          <ac:picMkLst>
            <pc:docMk/>
            <pc:sldMk cId="2646859659" sldId="268"/>
            <ac:picMk id="5" creationId="{A1D225FE-E261-B24A-7053-0A90AD5F06D7}"/>
          </ac:picMkLst>
        </pc:picChg>
        <pc:cxnChg chg="add del">
          <ac:chgData name="Elijah Borque" userId="660099496c98fe38" providerId="LiveId" clId="{BA1806C3-A1D9-4D51-A3F8-CDA376AB1104}" dt="2025-12-06T19:46:37.296" v="1727" actId="26606"/>
          <ac:cxnSpMkLst>
            <pc:docMk/>
            <pc:sldMk cId="2646859659" sldId="268"/>
            <ac:cxnSpMk id="9" creationId="{3EAD13EF-74FA-4D38-8F15-B51F09C96B35}"/>
          </ac:cxnSpMkLst>
        </pc:cxnChg>
      </pc:sldChg>
      <pc:sldChg chg="add del">
        <pc:chgData name="Elijah Borque" userId="660099496c98fe38" providerId="LiveId" clId="{BA1806C3-A1D9-4D51-A3F8-CDA376AB1104}" dt="2025-12-06T19:48:50.006" v="1731"/>
        <pc:sldMkLst>
          <pc:docMk/>
          <pc:sldMk cId="693868579" sldId="269"/>
        </pc:sldMkLst>
      </pc:sldChg>
      <pc:sldChg chg="addSp delSp modSp add mod modTransition delAnim modAnim">
        <pc:chgData name="Elijah Borque" userId="660099496c98fe38" providerId="LiveId" clId="{BA1806C3-A1D9-4D51-A3F8-CDA376AB1104}" dt="2025-12-07T18:04:29.062" v="3697" actId="1036"/>
        <pc:sldMkLst>
          <pc:docMk/>
          <pc:sldMk cId="1747352836" sldId="269"/>
        </pc:sldMkLst>
        <pc:spChg chg="del">
          <ac:chgData name="Elijah Borque" userId="660099496c98fe38" providerId="LiveId" clId="{BA1806C3-A1D9-4D51-A3F8-CDA376AB1104}" dt="2025-12-06T19:49:51.725" v="1755" actId="478"/>
          <ac:spMkLst>
            <pc:docMk/>
            <pc:sldMk cId="1747352836" sldId="269"/>
            <ac:spMk id="3" creationId="{B769BF12-3102-3991-4AAE-059860231E3F}"/>
          </ac:spMkLst>
        </pc:spChg>
        <pc:spChg chg="mod">
          <ac:chgData name="Elijah Borque" userId="660099496c98fe38" providerId="LiveId" clId="{BA1806C3-A1D9-4D51-A3F8-CDA376AB1104}" dt="2025-12-07T18:04:29.062" v="3697" actId="1036"/>
          <ac:spMkLst>
            <pc:docMk/>
            <pc:sldMk cId="1747352836" sldId="269"/>
            <ac:spMk id="4" creationId="{F22C6390-A6AE-3CE2-0BD0-F06508C64BB3}"/>
          </ac:spMkLst>
        </pc:spChg>
        <pc:spChg chg="add mod ord">
          <ac:chgData name="Elijah Borque" userId="660099496c98fe38" providerId="LiveId" clId="{BA1806C3-A1D9-4D51-A3F8-CDA376AB1104}" dt="2025-12-06T19:50:03.053" v="1759" actId="171"/>
          <ac:spMkLst>
            <pc:docMk/>
            <pc:sldMk cId="1747352836" sldId="269"/>
            <ac:spMk id="5" creationId="{A9765AFD-3178-78F7-9B10-EDED1E3D810E}"/>
          </ac:spMkLst>
        </pc:spChg>
        <pc:spChg chg="add mod">
          <ac:chgData name="Elijah Borque" userId="660099496c98fe38" providerId="LiveId" clId="{BA1806C3-A1D9-4D51-A3F8-CDA376AB1104}" dt="2025-12-06T20:27:07.587" v="3583" actId="20577"/>
          <ac:spMkLst>
            <pc:docMk/>
            <pc:sldMk cId="1747352836" sldId="269"/>
            <ac:spMk id="6" creationId="{4076CE3F-06D9-A36E-AFF0-1BFFE7CDB35A}"/>
          </ac:spMkLst>
        </pc:spChg>
        <pc:picChg chg="add del mod">
          <ac:chgData name="Elijah Borque" userId="660099496c98fe38" providerId="LiveId" clId="{BA1806C3-A1D9-4D51-A3F8-CDA376AB1104}" dt="2025-12-07T18:00:30.974" v="3677" actId="478"/>
          <ac:picMkLst>
            <pc:docMk/>
            <pc:sldMk cId="1747352836" sldId="269"/>
            <ac:picMk id="7" creationId="{0A721046-E367-49F1-79BE-DA2F92A91FBF}"/>
          </ac:picMkLst>
        </pc:picChg>
        <pc:picChg chg="add mod">
          <ac:chgData name="Elijah Borque" userId="660099496c98fe38" providerId="LiveId" clId="{BA1806C3-A1D9-4D51-A3F8-CDA376AB1104}" dt="2025-12-07T18:00:31.559" v="3678"/>
          <ac:picMkLst>
            <pc:docMk/>
            <pc:sldMk cId="1747352836" sldId="269"/>
            <ac:picMk id="8" creationId="{AB6764B1-34AF-16EC-195A-9F974647CCBB}"/>
          </ac:picMkLst>
        </pc:picChg>
      </pc:sldChg>
      <pc:sldChg chg="modSp add mod ord">
        <pc:chgData name="Elijah Borque" userId="660099496c98fe38" providerId="LiveId" clId="{BA1806C3-A1D9-4D51-A3F8-CDA376AB1104}" dt="2025-12-06T20:28:44.559" v="3587" actId="20577"/>
        <pc:sldMkLst>
          <pc:docMk/>
          <pc:sldMk cId="1722169358" sldId="270"/>
        </pc:sldMkLst>
        <pc:spChg chg="mod">
          <ac:chgData name="Elijah Borque" userId="660099496c98fe38" providerId="LiveId" clId="{BA1806C3-A1D9-4D51-A3F8-CDA376AB1104}" dt="2025-12-06T20:28:44.559" v="3587" actId="20577"/>
          <ac:spMkLst>
            <pc:docMk/>
            <pc:sldMk cId="1722169358" sldId="270"/>
            <ac:spMk id="4" creationId="{D3FA5EEA-14B4-011A-1A9F-439CCD034235}"/>
          </ac:spMkLst>
        </pc:spChg>
      </pc:sldChg>
      <pc:sldChg chg="addSp delSp modSp add mod ord modAnim">
        <pc:chgData name="Elijah Borque" userId="660099496c98fe38" providerId="LiveId" clId="{BA1806C3-A1D9-4D51-A3F8-CDA376AB1104}" dt="2025-12-07T18:05:11.057" v="3698" actId="1035"/>
        <pc:sldMkLst>
          <pc:docMk/>
          <pc:sldMk cId="3619565078" sldId="271"/>
        </pc:sldMkLst>
        <pc:spChg chg="mod">
          <ac:chgData name="Elijah Borque" userId="660099496c98fe38" providerId="LiveId" clId="{BA1806C3-A1D9-4D51-A3F8-CDA376AB1104}" dt="2025-12-07T18:05:11.057" v="3698" actId="1035"/>
          <ac:spMkLst>
            <pc:docMk/>
            <pc:sldMk cId="3619565078" sldId="271"/>
            <ac:spMk id="4" creationId="{985253F4-8B9F-6E03-71F6-B8D6097B18A9}"/>
          </ac:spMkLst>
        </pc:spChg>
        <pc:spChg chg="mod">
          <ac:chgData name="Elijah Borque" userId="660099496c98fe38" providerId="LiveId" clId="{BA1806C3-A1D9-4D51-A3F8-CDA376AB1104}" dt="2025-12-06T20:26:26.045" v="3576" actId="1076"/>
          <ac:spMkLst>
            <pc:docMk/>
            <pc:sldMk cId="3619565078" sldId="271"/>
            <ac:spMk id="6" creationId="{291FFD9B-892C-37DD-4A72-F5D5B8B8A02C}"/>
          </ac:spMkLst>
        </pc:spChg>
        <pc:picChg chg="add mod">
          <ac:chgData name="Elijah Borque" userId="660099496c98fe38" providerId="LiveId" clId="{BA1806C3-A1D9-4D51-A3F8-CDA376AB1104}" dt="2025-12-07T18:00:43.671" v="3680"/>
          <ac:picMkLst>
            <pc:docMk/>
            <pc:sldMk cId="3619565078" sldId="271"/>
            <ac:picMk id="3" creationId="{C67A3A93-D507-531A-AE31-C63DF0450797}"/>
          </ac:picMkLst>
        </pc:picChg>
        <pc:picChg chg="del">
          <ac:chgData name="Elijah Borque" userId="660099496c98fe38" providerId="LiveId" clId="{BA1806C3-A1D9-4D51-A3F8-CDA376AB1104}" dt="2025-12-07T18:00:42.864" v="3679" actId="478"/>
          <ac:picMkLst>
            <pc:docMk/>
            <pc:sldMk cId="3619565078" sldId="271"/>
            <ac:picMk id="7" creationId="{9111A817-AD5E-CA27-77C9-A8A0C4924758}"/>
          </ac:picMkLst>
        </pc:picChg>
      </pc:sldChg>
      <pc:sldChg chg="modSp add ord">
        <pc:chgData name="Elijah Borque" userId="660099496c98fe38" providerId="LiveId" clId="{BA1806C3-A1D9-4D51-A3F8-CDA376AB1104}" dt="2025-12-06T20:21:45.806" v="3128" actId="20577"/>
        <pc:sldMkLst>
          <pc:docMk/>
          <pc:sldMk cId="1953499418" sldId="272"/>
        </pc:sldMkLst>
        <pc:spChg chg="mod">
          <ac:chgData name="Elijah Borque" userId="660099496c98fe38" providerId="LiveId" clId="{BA1806C3-A1D9-4D51-A3F8-CDA376AB1104}" dt="2025-12-06T20:21:45.806" v="3128" actId="20577"/>
          <ac:spMkLst>
            <pc:docMk/>
            <pc:sldMk cId="1953499418" sldId="272"/>
            <ac:spMk id="4" creationId="{1495930D-2441-5642-B65C-2BCD2747D6DD}"/>
          </ac:spMkLst>
        </pc:spChg>
      </pc:sldChg>
      <pc:sldChg chg="addSp delSp modSp add mod">
        <pc:chgData name="Elijah Borque" userId="660099496c98fe38" providerId="LiveId" clId="{BA1806C3-A1D9-4D51-A3F8-CDA376AB1104}" dt="2025-12-07T18:05:35.338" v="3699" actId="1035"/>
        <pc:sldMkLst>
          <pc:docMk/>
          <pc:sldMk cId="2987810634" sldId="273"/>
        </pc:sldMkLst>
        <pc:spChg chg="mod">
          <ac:chgData name="Elijah Borque" userId="660099496c98fe38" providerId="LiveId" clId="{BA1806C3-A1D9-4D51-A3F8-CDA376AB1104}" dt="2025-12-07T18:05:35.338" v="3699" actId="1035"/>
          <ac:spMkLst>
            <pc:docMk/>
            <pc:sldMk cId="2987810634" sldId="273"/>
            <ac:spMk id="4" creationId="{260BD964-0530-A38E-CDDF-AC7FF8222E37}"/>
          </ac:spMkLst>
        </pc:spChg>
        <pc:spChg chg="mod">
          <ac:chgData name="Elijah Borque" userId="660099496c98fe38" providerId="LiveId" clId="{BA1806C3-A1D9-4D51-A3F8-CDA376AB1104}" dt="2025-12-06T20:35:16.341" v="3589" actId="1076"/>
          <ac:spMkLst>
            <pc:docMk/>
            <pc:sldMk cId="2987810634" sldId="273"/>
            <ac:spMk id="6" creationId="{8B1243DB-A01F-7C93-0924-A8BF93037E48}"/>
          </ac:spMkLst>
        </pc:spChg>
        <pc:picChg chg="add mod">
          <ac:chgData name="Elijah Borque" userId="660099496c98fe38" providerId="LiveId" clId="{BA1806C3-A1D9-4D51-A3F8-CDA376AB1104}" dt="2025-12-07T18:00:48.862" v="3682"/>
          <ac:picMkLst>
            <pc:docMk/>
            <pc:sldMk cId="2987810634" sldId="273"/>
            <ac:picMk id="3" creationId="{3CFA7A33-1EA3-87B2-FE23-66FE7251B1F2}"/>
          </ac:picMkLst>
        </pc:picChg>
        <pc:picChg chg="del">
          <ac:chgData name="Elijah Borque" userId="660099496c98fe38" providerId="LiveId" clId="{BA1806C3-A1D9-4D51-A3F8-CDA376AB1104}" dt="2025-12-07T18:00:48.272" v="3681" actId="478"/>
          <ac:picMkLst>
            <pc:docMk/>
            <pc:sldMk cId="2987810634" sldId="273"/>
            <ac:picMk id="7" creationId="{4D9FDF5E-718D-33DD-BC16-DB661395F6D7}"/>
          </ac:picMkLst>
        </pc:picChg>
      </pc:sldChg>
      <pc:sldChg chg="addSp modSp new del mod">
        <pc:chgData name="Elijah Borque" userId="660099496c98fe38" providerId="LiveId" clId="{BA1806C3-A1D9-4D51-A3F8-CDA376AB1104}" dt="2025-12-07T17:53:08.074" v="3597" actId="2696"/>
        <pc:sldMkLst>
          <pc:docMk/>
          <pc:sldMk cId="553915504" sldId="274"/>
        </pc:sldMkLst>
        <pc:picChg chg="add mod">
          <ac:chgData name="Elijah Borque" userId="660099496c98fe38" providerId="LiveId" clId="{BA1806C3-A1D9-4D51-A3F8-CDA376AB1104}" dt="2025-12-07T17:52:16.777" v="3593" actId="1076"/>
          <ac:picMkLst>
            <pc:docMk/>
            <pc:sldMk cId="553915504" sldId="274"/>
            <ac:picMk id="2" creationId="{EADE18DC-039B-6ED1-6DB6-E1E5443487AC}"/>
          </ac:picMkLst>
        </pc:picChg>
        <pc:picChg chg="add mod">
          <ac:chgData name="Elijah Borque" userId="660099496c98fe38" providerId="LiveId" clId="{BA1806C3-A1D9-4D51-A3F8-CDA376AB1104}" dt="2025-12-07T17:52:24.113" v="3594"/>
          <ac:picMkLst>
            <pc:docMk/>
            <pc:sldMk cId="553915504" sldId="274"/>
            <ac:picMk id="3" creationId="{CA4CFFD1-7591-CE08-088A-4194CACB90B3}"/>
          </ac:picMkLst>
        </pc:picChg>
        <pc:picChg chg="add mod">
          <ac:chgData name="Elijah Borque" userId="660099496c98fe38" providerId="LiveId" clId="{BA1806C3-A1D9-4D51-A3F8-CDA376AB1104}" dt="2025-12-07T17:52:32.290" v="3595"/>
          <ac:picMkLst>
            <pc:docMk/>
            <pc:sldMk cId="553915504" sldId="274"/>
            <ac:picMk id="4" creationId="{1745054B-06D6-8B72-9B78-477783C5CB44}"/>
          </ac:picMkLst>
        </pc:picChg>
      </pc:sldChg>
      <pc:sldChg chg="delSp modSp add mod ord modTransition addAnim delAnim modAnim">
        <pc:chgData name="Elijah Borque" userId="660099496c98fe38" providerId="LiveId" clId="{BA1806C3-A1D9-4D51-A3F8-CDA376AB1104}" dt="2025-12-07T18:06:15.059" v="3701" actId="20577"/>
        <pc:sldMkLst>
          <pc:docMk/>
          <pc:sldMk cId="2296372060" sldId="275"/>
        </pc:sldMkLst>
        <pc:spChg chg="del mod">
          <ac:chgData name="Elijah Borque" userId="660099496c98fe38" providerId="LiveId" clId="{BA1806C3-A1D9-4D51-A3F8-CDA376AB1104}" dt="2025-12-07T17:53:54.123" v="3617" actId="478"/>
          <ac:spMkLst>
            <pc:docMk/>
            <pc:sldMk cId="2296372060" sldId="275"/>
            <ac:spMk id="4" creationId="{61748E2B-3D73-1E7D-0E5B-A9F31290FBB2}"/>
          </ac:spMkLst>
        </pc:spChg>
        <pc:spChg chg="mod">
          <ac:chgData name="Elijah Borque" userId="660099496c98fe38" providerId="LiveId" clId="{BA1806C3-A1D9-4D51-A3F8-CDA376AB1104}" dt="2025-12-07T18:06:15.059" v="3701" actId="20577"/>
          <ac:spMkLst>
            <pc:docMk/>
            <pc:sldMk cId="2296372060" sldId="275"/>
            <ac:spMk id="5" creationId="{70158266-45CD-C496-4F69-58EFA6AF415B}"/>
          </ac:spMkLst>
        </pc:spChg>
        <pc:picChg chg="mod">
          <ac:chgData name="Elijah Borque" userId="660099496c98fe38" providerId="LiveId" clId="{BA1806C3-A1D9-4D51-A3F8-CDA376AB1104}" dt="2025-12-07T17:54:02.284" v="3620" actId="1076"/>
          <ac:picMkLst>
            <pc:docMk/>
            <pc:sldMk cId="2296372060" sldId="275"/>
            <ac:picMk id="2" creationId="{B03E43F6-6CA3-2111-5E43-F6BD5B84639E}"/>
          </ac:picMkLst>
        </pc:picChg>
      </pc:sldChg>
      <pc:sldChg chg="addSp delSp modSp new mod modAnim">
        <pc:chgData name="Elijah Borque" userId="660099496c98fe38" providerId="LiveId" clId="{BA1806C3-A1D9-4D51-A3F8-CDA376AB1104}" dt="2025-12-07T18:30:27.204" v="3817" actId="14100"/>
        <pc:sldMkLst>
          <pc:docMk/>
          <pc:sldMk cId="2815862333" sldId="276"/>
        </pc:sldMkLst>
        <pc:spChg chg="add mod">
          <ac:chgData name="Elijah Borque" userId="660099496c98fe38" providerId="LiveId" clId="{BA1806C3-A1D9-4D51-A3F8-CDA376AB1104}" dt="2025-12-07T18:30:27.204" v="3817" actId="14100"/>
          <ac:spMkLst>
            <pc:docMk/>
            <pc:sldMk cId="2815862333" sldId="276"/>
            <ac:spMk id="4" creationId="{FF427103-A7C7-74A9-3350-D1956762A473}"/>
          </ac:spMkLst>
        </pc:spChg>
        <pc:spChg chg="add mod">
          <ac:chgData name="Elijah Borque" userId="660099496c98fe38" providerId="LiveId" clId="{BA1806C3-A1D9-4D51-A3F8-CDA376AB1104}" dt="2025-12-07T18:30:04.172" v="3815" actId="1076"/>
          <ac:spMkLst>
            <pc:docMk/>
            <pc:sldMk cId="2815862333" sldId="276"/>
            <ac:spMk id="5" creationId="{6BC24D3C-5BE4-D3EC-5BFA-DE0C9CC5BDD9}"/>
          </ac:spMkLst>
        </pc:spChg>
        <pc:spChg chg="add del mod">
          <ac:chgData name="Elijah Borque" userId="660099496c98fe38" providerId="LiveId" clId="{BA1806C3-A1D9-4D51-A3F8-CDA376AB1104}" dt="2025-12-07T18:07:54.158" v="3708" actId="478"/>
          <ac:spMkLst>
            <pc:docMk/>
            <pc:sldMk cId="2815862333" sldId="276"/>
            <ac:spMk id="6" creationId="{56CAB5EE-7375-1EAA-E7EC-CF4224F3D79A}"/>
          </ac:spMkLst>
        </pc:spChg>
        <pc:spChg chg="add mod">
          <ac:chgData name="Elijah Borque" userId="660099496c98fe38" providerId="LiveId" clId="{BA1806C3-A1D9-4D51-A3F8-CDA376AB1104}" dt="2025-12-07T18:07:13.408" v="3703"/>
          <ac:spMkLst>
            <pc:docMk/>
            <pc:sldMk cId="2815862333" sldId="276"/>
            <ac:spMk id="7" creationId="{A9EE9251-2D9B-1E54-80CB-588A9D0F5FC3}"/>
          </ac:spMkLst>
        </pc:spChg>
        <pc:spChg chg="add mod">
          <ac:chgData name="Elijah Borque" userId="660099496c98fe38" providerId="LiveId" clId="{BA1806C3-A1D9-4D51-A3F8-CDA376AB1104}" dt="2025-12-07T18:07:17.077" v="3704"/>
          <ac:spMkLst>
            <pc:docMk/>
            <pc:sldMk cId="2815862333" sldId="276"/>
            <ac:spMk id="8" creationId="{30B0A35F-3A87-1873-8049-637F17C7E901}"/>
          </ac:spMkLst>
        </pc:spChg>
        <pc:spChg chg="add mod">
          <ac:chgData name="Elijah Borque" userId="660099496c98fe38" providerId="LiveId" clId="{BA1806C3-A1D9-4D51-A3F8-CDA376AB1104}" dt="2025-12-07T18:07:20.512" v="3705"/>
          <ac:spMkLst>
            <pc:docMk/>
            <pc:sldMk cId="2815862333" sldId="276"/>
            <ac:spMk id="9" creationId="{FEE35E16-6D57-262A-C1C7-2D0588228E63}"/>
          </ac:spMkLst>
        </pc:spChg>
        <pc:spChg chg="add mod">
          <ac:chgData name="Elijah Borque" userId="660099496c98fe38" providerId="LiveId" clId="{BA1806C3-A1D9-4D51-A3F8-CDA376AB1104}" dt="2025-12-07T18:07:45.988" v="3707"/>
          <ac:spMkLst>
            <pc:docMk/>
            <pc:sldMk cId="2815862333" sldId="276"/>
            <ac:spMk id="10" creationId="{60EAEE7A-0D75-378D-1402-03F19237FD67}"/>
          </ac:spMkLst>
        </pc:spChg>
        <pc:spChg chg="add del mod">
          <ac:chgData name="Elijah Borque" userId="660099496c98fe38" providerId="LiveId" clId="{BA1806C3-A1D9-4D51-A3F8-CDA376AB1104}" dt="2025-12-07T18:16:33.642" v="3747" actId="478"/>
          <ac:spMkLst>
            <pc:docMk/>
            <pc:sldMk cId="2815862333" sldId="276"/>
            <ac:spMk id="11" creationId="{A561F302-1C6F-3707-0A74-411F8CC84F09}"/>
          </ac:spMkLst>
        </pc:spChg>
        <pc:spChg chg="add del mod">
          <ac:chgData name="Elijah Borque" userId="660099496c98fe38" providerId="LiveId" clId="{BA1806C3-A1D9-4D51-A3F8-CDA376AB1104}" dt="2025-12-07T18:16:29.221" v="3746" actId="478"/>
          <ac:spMkLst>
            <pc:docMk/>
            <pc:sldMk cId="2815862333" sldId="276"/>
            <ac:spMk id="12" creationId="{65B03C1E-E1D1-D84D-3AD1-B863D985769F}"/>
          </ac:spMkLst>
        </pc:spChg>
        <pc:graphicFrameChg chg="add mod modGraphic">
          <ac:chgData name="Elijah Borque" userId="660099496c98fe38" providerId="LiveId" clId="{BA1806C3-A1D9-4D51-A3F8-CDA376AB1104}" dt="2025-12-07T18:30:17.486" v="3816" actId="1076"/>
          <ac:graphicFrameMkLst>
            <pc:docMk/>
            <pc:sldMk cId="2815862333" sldId="276"/>
            <ac:graphicFrameMk id="13" creationId="{CAC826EB-3460-4576-0405-BB87EA31F204}"/>
          </ac:graphicFrameMkLst>
        </pc:graphicFrameChg>
        <pc:picChg chg="add mod">
          <ac:chgData name="Elijah Borque" userId="660099496c98fe38" providerId="LiveId" clId="{BA1806C3-A1D9-4D51-A3F8-CDA376AB1104}" dt="2025-12-07T17:56:53.252" v="3642"/>
          <ac:picMkLst>
            <pc:docMk/>
            <pc:sldMk cId="2815862333" sldId="276"/>
            <ac:picMk id="2" creationId="{B1451846-9B44-DAB4-53F6-01B363DC330F}"/>
          </ac:picMkLst>
        </pc:picChg>
        <pc:picChg chg="add mod">
          <ac:chgData name="Elijah Borque" userId="660099496c98fe38" providerId="LiveId" clId="{BA1806C3-A1D9-4D51-A3F8-CDA376AB1104}" dt="2025-12-07T17:57:00.810" v="3643"/>
          <ac:picMkLst>
            <pc:docMk/>
            <pc:sldMk cId="2815862333" sldId="276"/>
            <ac:picMk id="3" creationId="{035D7B1B-58DE-E3C0-096B-168A0375251A}"/>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elibo\OneDrive\Desktop\Job%20Stuff\Google%20Certificate\Cyclistic%20Case%20Study\Cyclistic%20Final%20Analysis%20Workbook.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elibo\OneDrive\Desktop\Job%20Stuff\Google%20Certificate\Cyclistic%20Case%20Study\Cyclistic%20Final%20Analysis%20Workbook.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elibo\OneDrive\Desktop\Job%20Stuff\Google%20Certificate\Cyclistic%20Case%20Study\Cyclistic%20Final%20Analysis%20Workbook.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elibo\OneDrive\Desktop\Job%20Stuff\Google%20Certificate\Cyclistic%20Case%20Study\Cyclistic%20Final%20Analysis%20Workbook.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elibo\OneDrive\Desktop\Job%20Stuff\Google%20Certificate\Cyclistic%20Case%20Study\Cyclistic%20Final%20Analysis%20Workbook.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elibo\OneDrive\Desktop\Job%20Stuff\Google%20Certificate\Cyclistic%20Case%20Study\Cyclistic%20Final%20Analysis%20Workbook.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elibo\OneDrive\Desktop\Job%20Stuff\Google%20Certificate\Cyclistic%20Case%20Study\Cyclistic%20Final%20Analysis%20Workbook.xlsx" TargetMode="External"/><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600" b="1" u="sng"/>
              <a:t>Average Ride Length Over</a:t>
            </a:r>
            <a:r>
              <a:rPr lang="en-US" sz="1600" b="1" u="sng" baseline="0"/>
              <a:t> 2024</a:t>
            </a:r>
            <a:endParaRPr lang="en-US" sz="1600" b="1" u="sng"/>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'Avg Ride Length Over 2024'!$B$1</c:f>
              <c:strCache>
                <c:ptCount val="1"/>
                <c:pt idx="0">
                  <c:v>Avg Ride Length</c:v>
                </c:pt>
              </c:strCache>
            </c:strRef>
          </c:tx>
          <c:spPr>
            <a:ln w="50800" cap="rnd">
              <a:solidFill>
                <a:schemeClr val="accent1">
                  <a:alpha val="98000"/>
                </a:schemeClr>
              </a:solidFill>
              <a:round/>
            </a:ln>
            <a:effectLst/>
          </c:spPr>
          <c:marker>
            <c:symbol val="circle"/>
            <c:size val="5"/>
            <c:spPr>
              <a:solidFill>
                <a:schemeClr val="tx1"/>
              </a:solidFill>
              <a:ln w="31750">
                <a:solidFill>
                  <a:schemeClr val="tx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'Avg Ride Length Over 2024'!$A$2:$A$13</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'Avg Ride Length Over 2024'!$B$2:$B$13</c:f>
              <c:numCache>
                <c:formatCode>[h]:mm:ss;@</c:formatCode>
                <c:ptCount val="12"/>
                <c:pt idx="0">
                  <c:v>1.4467592592592592E-3</c:v>
                </c:pt>
                <c:pt idx="1">
                  <c:v>2.2916666666666667E-3</c:v>
                </c:pt>
                <c:pt idx="2">
                  <c:v>3.1013944630330034E-3</c:v>
                </c:pt>
                <c:pt idx="3">
                  <c:v>4.5909154487449293E-3</c:v>
                </c:pt>
                <c:pt idx="4">
                  <c:v>7.6265628573541824E-3</c:v>
                </c:pt>
                <c:pt idx="5">
                  <c:v>9.2703243389770339E-3</c:v>
                </c:pt>
                <c:pt idx="6">
                  <c:v>9.7684011135581814E-3</c:v>
                </c:pt>
                <c:pt idx="7">
                  <c:v>9.3812281920130913E-3</c:v>
                </c:pt>
                <c:pt idx="8">
                  <c:v>8.8059045477402488E-3</c:v>
                </c:pt>
                <c:pt idx="9">
                  <c:v>6.5018993316562756E-3</c:v>
                </c:pt>
                <c:pt idx="10">
                  <c:v>2.9845948056253834E-3</c:v>
                </c:pt>
                <c:pt idx="11">
                  <c:v>1.4492438324482774E-3</c:v>
                </c:pt>
              </c:numCache>
            </c:numRef>
          </c:val>
          <c:smooth val="0"/>
          <c:extLst>
            <c:ext xmlns:c16="http://schemas.microsoft.com/office/drawing/2014/chart" uri="{C3380CC4-5D6E-409C-BE32-E72D297353CC}">
              <c16:uniqueId val="{00000000-CCA0-48D5-A75F-AC682B3F589D}"/>
            </c:ext>
          </c:extLst>
        </c:ser>
        <c:dLbls>
          <c:dLblPos val="t"/>
          <c:showLegendKey val="0"/>
          <c:showVal val="1"/>
          <c:showCatName val="0"/>
          <c:showSerName val="0"/>
          <c:showPercent val="0"/>
          <c:showBubbleSize val="0"/>
        </c:dLbls>
        <c:marker val="1"/>
        <c:smooth val="0"/>
        <c:axId val="1388563744"/>
        <c:axId val="1388569984"/>
      </c:lineChart>
      <c:catAx>
        <c:axId val="138856374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b="1" dirty="0"/>
                  <a:t>Month</a:t>
                </a:r>
              </a:p>
            </c:rich>
          </c:tx>
          <c:layout>
            <c:manualLayout>
              <c:xMode val="edge"/>
              <c:yMode val="edge"/>
              <c:x val="0.4754904996296343"/>
              <c:y val="0.94350813305557513"/>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8569984"/>
        <c:crosses val="autoZero"/>
        <c:auto val="1"/>
        <c:lblAlgn val="ctr"/>
        <c:lblOffset val="100"/>
        <c:noMultiLvlLbl val="0"/>
      </c:catAx>
      <c:valAx>
        <c:axId val="138856998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b="1"/>
                  <a:t>Avg Ride Length (HH:MM:SS)</a:t>
                </a:r>
              </a:p>
            </c:rich>
          </c:tx>
          <c:layout>
            <c:manualLayout>
              <c:xMode val="edge"/>
              <c:yMode val="edge"/>
              <c:x val="5.1998049225929028E-3"/>
              <c:y val="0.29304560645660133"/>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h]:mm:ss;@"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85637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u="sng"/>
              <a:t>Average</a:t>
            </a:r>
            <a:r>
              <a:rPr lang="en-US" b="1" u="sng" baseline="0"/>
              <a:t> Ride Length: Casual vs. Member Riders Over 2024</a:t>
            </a:r>
            <a:endParaRPr lang="en-US" b="1" u="sng"/>
          </a:p>
        </c:rich>
      </c:tx>
      <c:layout>
        <c:manualLayout>
          <c:xMode val="edge"/>
          <c:yMode val="edge"/>
          <c:x val="0.2438962052707592"/>
          <c:y val="2.1265124611727113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1"/>
          <c:order val="1"/>
          <c:tx>
            <c:strRef>
              <c:f>'Mem-Cas Rider Comparison 2024'!$C$1</c:f>
              <c:strCache>
                <c:ptCount val="1"/>
                <c:pt idx="0">
                  <c:v>Avg Ride Length (Casual)</c:v>
                </c:pt>
              </c:strCache>
            </c:strRef>
          </c:tx>
          <c:spPr>
            <a:ln w="50800" cap="rnd">
              <a:solidFill>
                <a:schemeClr val="accent2"/>
              </a:solidFill>
              <a:round/>
            </a:ln>
            <a:effectLst/>
          </c:spPr>
          <c:marker>
            <c:symbol val="circle"/>
            <c:size val="5"/>
            <c:spPr>
              <a:solidFill>
                <a:schemeClr val="tx1"/>
              </a:solidFill>
              <a:ln w="31750">
                <a:solidFill>
                  <a:schemeClr val="tx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'Mem-Cas Rider Comparison 2024'!$A$2:$A$13</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'Mem-Cas Rider Comparison 2024'!$C$2:$C$13</c:f>
              <c:numCache>
                <c:formatCode>[h]:mm:ss;@</c:formatCode>
                <c:ptCount val="12"/>
                <c:pt idx="0">
                  <c:v>1.4791666666666667E-2</c:v>
                </c:pt>
                <c:pt idx="1">
                  <c:v>1.7488425925925925E-2</c:v>
                </c:pt>
                <c:pt idx="2">
                  <c:v>1.7329891816407695E-2</c:v>
                </c:pt>
                <c:pt idx="3">
                  <c:v>1.8063614732344552E-2</c:v>
                </c:pt>
                <c:pt idx="4">
                  <c:v>1.9261570687293034E-2</c:v>
                </c:pt>
                <c:pt idx="5">
                  <c:v>1.9174119187007368E-2</c:v>
                </c:pt>
                <c:pt idx="6">
                  <c:v>1.922958770030346E-2</c:v>
                </c:pt>
                <c:pt idx="7">
                  <c:v>1.8100727790636026E-2</c:v>
                </c:pt>
                <c:pt idx="8">
                  <c:v>1.5022108395786934E-2</c:v>
                </c:pt>
                <c:pt idx="9">
                  <c:v>1.6131466511106286E-2</c:v>
                </c:pt>
                <c:pt idx="10">
                  <c:v>1.3546580531222967E-2</c:v>
                </c:pt>
                <c:pt idx="11">
                  <c:v>1.2330392886371829E-2</c:v>
                </c:pt>
              </c:numCache>
            </c:numRef>
          </c:val>
          <c:smooth val="0"/>
          <c:extLst>
            <c:ext xmlns:c16="http://schemas.microsoft.com/office/drawing/2014/chart" uri="{C3380CC4-5D6E-409C-BE32-E72D297353CC}">
              <c16:uniqueId val="{00000000-7758-47A2-9649-E4836B461AE8}"/>
            </c:ext>
          </c:extLst>
        </c:ser>
        <c:ser>
          <c:idx val="3"/>
          <c:order val="3"/>
          <c:tx>
            <c:strRef>
              <c:f>'Mem-Cas Rider Comparison 2024'!$E$1</c:f>
              <c:strCache>
                <c:ptCount val="1"/>
                <c:pt idx="0">
                  <c:v>Avg Ride Length (Member)</c:v>
                </c:pt>
              </c:strCache>
            </c:strRef>
          </c:tx>
          <c:spPr>
            <a:ln w="50800" cap="rnd">
              <a:solidFill>
                <a:schemeClr val="accent4"/>
              </a:solidFill>
              <a:round/>
            </a:ln>
            <a:effectLst/>
          </c:spPr>
          <c:marker>
            <c:symbol val="circle"/>
            <c:size val="5"/>
            <c:spPr>
              <a:solidFill>
                <a:schemeClr val="tx1"/>
              </a:solidFill>
              <a:ln w="31750">
                <a:solidFill>
                  <a:schemeClr val="tx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'Mem-Cas Rider Comparison 2024'!$A$2:$A$13</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'Mem-Cas Rider Comparison 2024'!$E$2:$E$13</c:f>
              <c:numCache>
                <c:formatCode>[h]:mm:ss;@</c:formatCode>
                <c:ptCount val="12"/>
                <c:pt idx="0">
                  <c:v>9.5833333333333326E-3</c:v>
                </c:pt>
                <c:pt idx="1">
                  <c:v>8.9699074074074073E-3</c:v>
                </c:pt>
                <c:pt idx="2">
                  <c:v>8.3119789429881973E-3</c:v>
                </c:pt>
                <c:pt idx="3">
                  <c:v>8.5904846452212677E-3</c:v>
                </c:pt>
                <c:pt idx="4">
                  <c:v>9.3724912110738669E-3</c:v>
                </c:pt>
                <c:pt idx="5">
                  <c:v>9.6358484967231008E-3</c:v>
                </c:pt>
                <c:pt idx="6">
                  <c:v>9.5209765558000332E-3</c:v>
                </c:pt>
                <c:pt idx="7">
                  <c:v>9.3191650210569989E-3</c:v>
                </c:pt>
                <c:pt idx="8">
                  <c:v>8.4808441843815443E-3</c:v>
                </c:pt>
                <c:pt idx="9">
                  <c:v>8.318770671142825E-3</c:v>
                </c:pt>
                <c:pt idx="10">
                  <c:v>7.7219195038229953E-3</c:v>
                </c:pt>
                <c:pt idx="11">
                  <c:v>7.4748488184317799E-3</c:v>
                </c:pt>
              </c:numCache>
            </c:numRef>
          </c:val>
          <c:smooth val="0"/>
          <c:extLst>
            <c:ext xmlns:c16="http://schemas.microsoft.com/office/drawing/2014/chart" uri="{C3380CC4-5D6E-409C-BE32-E72D297353CC}">
              <c16:uniqueId val="{00000001-7758-47A2-9649-E4836B461AE8}"/>
            </c:ext>
          </c:extLst>
        </c:ser>
        <c:dLbls>
          <c:dLblPos val="t"/>
          <c:showLegendKey val="0"/>
          <c:showVal val="1"/>
          <c:showCatName val="0"/>
          <c:showSerName val="0"/>
          <c:showPercent val="0"/>
          <c:showBubbleSize val="0"/>
        </c:dLbls>
        <c:marker val="1"/>
        <c:smooth val="0"/>
        <c:axId val="1388609344"/>
        <c:axId val="1388609824"/>
        <c:extLst>
          <c:ext xmlns:c15="http://schemas.microsoft.com/office/drawing/2012/chart" uri="{02D57815-91ED-43cb-92C2-25804820EDAC}">
            <c15:filteredLineSeries>
              <c15:ser>
                <c:idx val="0"/>
                <c:order val="0"/>
                <c:tx>
                  <c:strRef>
                    <c:extLst>
                      <c:ext uri="{02D57815-91ED-43cb-92C2-25804820EDAC}">
                        <c15:formulaRef>
                          <c15:sqref>'Mem-Cas Rider Comparison 2024'!$B$1</c15:sqref>
                        </c15:formulaRef>
                      </c:ext>
                    </c:extLst>
                    <c:strCache>
                      <c:ptCount val="1"/>
                      <c:pt idx="0">
                        <c:v># of Casual Riders</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'Mem-Cas Rider Comparison 2024'!$A$2:$A$13</c15:sqref>
                        </c15:formulaRef>
                      </c:ext>
                    </c:extLst>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extLst>
                      <c:ext uri="{02D57815-91ED-43cb-92C2-25804820EDAC}">
                        <c15:formulaRef>
                          <c15:sqref>'Mem-Cas Rider Comparison 2024'!$B$2:$B$13</c15:sqref>
                        </c15:formulaRef>
                      </c:ext>
                    </c:extLst>
                    <c:numCache>
                      <c:formatCode>General</c:formatCode>
                      <c:ptCount val="12"/>
                      <c:pt idx="0">
                        <c:v>24460</c:v>
                      </c:pt>
                      <c:pt idx="1">
                        <c:v>47163</c:v>
                      </c:pt>
                      <c:pt idx="2">
                        <c:v>82550</c:v>
                      </c:pt>
                      <c:pt idx="3">
                        <c:v>131810</c:v>
                      </c:pt>
                      <c:pt idx="4">
                        <c:v>231018</c:v>
                      </c:pt>
                      <c:pt idx="5">
                        <c:v>301127</c:v>
                      </c:pt>
                      <c:pt idx="6">
                        <c:v>320546</c:v>
                      </c:pt>
                      <c:pt idx="7">
                        <c:v>318280</c:v>
                      </c:pt>
                      <c:pt idx="8">
                        <c:v>346804</c:v>
                      </c:pt>
                      <c:pt idx="9">
                        <c:v>216446</c:v>
                      </c:pt>
                      <c:pt idx="10">
                        <c:v>93078</c:v>
                      </c:pt>
                      <c:pt idx="11">
                        <c:v>38376</c:v>
                      </c:pt>
                    </c:numCache>
                  </c:numRef>
                </c:val>
                <c:smooth val="0"/>
                <c:extLst>
                  <c:ext xmlns:c16="http://schemas.microsoft.com/office/drawing/2014/chart" uri="{C3380CC4-5D6E-409C-BE32-E72D297353CC}">
                    <c16:uniqueId val="{00000002-7758-47A2-9649-E4836B461AE8}"/>
                  </c:ext>
                </c:extLst>
              </c15:ser>
            </c15:filteredLineSeries>
            <c15:filteredLineSeries>
              <c15:ser>
                <c:idx val="2"/>
                <c:order val="2"/>
                <c:tx>
                  <c:strRef>
                    <c:extLst xmlns:c15="http://schemas.microsoft.com/office/drawing/2012/chart">
                      <c:ext xmlns:c15="http://schemas.microsoft.com/office/drawing/2012/chart" uri="{02D57815-91ED-43cb-92C2-25804820EDAC}">
                        <c15:formulaRef>
                          <c15:sqref>'Mem-Cas Rider Comparison 2024'!$D$1</c15:sqref>
                        </c15:formulaRef>
                      </c:ext>
                    </c:extLst>
                    <c:strCache>
                      <c:ptCount val="1"/>
                      <c:pt idx="0">
                        <c:v># of Member Riders</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xmlns:c15="http://schemas.microsoft.com/office/drawing/2012/chart">
                      <c:ext xmlns:c15="http://schemas.microsoft.com/office/drawing/2012/chart" uri="{02D57815-91ED-43cb-92C2-25804820EDAC}">
                        <c15:formulaRef>
                          <c15:sqref>'Mem-Cas Rider Comparison 2024'!$A$2:$A$13</c15:sqref>
                        </c15:formulaRef>
                      </c:ext>
                    </c:extLst>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extLst xmlns:c15="http://schemas.microsoft.com/office/drawing/2012/chart">
                      <c:ext xmlns:c15="http://schemas.microsoft.com/office/drawing/2012/chart" uri="{02D57815-91ED-43cb-92C2-25804820EDAC}">
                        <c15:formulaRef>
                          <c15:sqref>'Mem-Cas Rider Comparison 2024'!$D$2:$D$13</c15:sqref>
                        </c15:formulaRef>
                      </c:ext>
                    </c:extLst>
                    <c:numCache>
                      <c:formatCode>General</c:formatCode>
                      <c:ptCount val="12"/>
                      <c:pt idx="0">
                        <c:v>120413</c:v>
                      </c:pt>
                      <c:pt idx="1">
                        <c:v>176001</c:v>
                      </c:pt>
                      <c:pt idx="2">
                        <c:v>219137</c:v>
                      </c:pt>
                      <c:pt idx="3">
                        <c:v>283215</c:v>
                      </c:pt>
                      <c:pt idx="4">
                        <c:v>378475</c:v>
                      </c:pt>
                      <c:pt idx="5">
                        <c:v>409594</c:v>
                      </c:pt>
                      <c:pt idx="6">
                        <c:v>428416</c:v>
                      </c:pt>
                      <c:pt idx="7">
                        <c:v>437359</c:v>
                      </c:pt>
                      <c:pt idx="8">
                        <c:v>474472</c:v>
                      </c:pt>
                      <c:pt idx="9">
                        <c:v>399835</c:v>
                      </c:pt>
                      <c:pt idx="10">
                        <c:v>241997</c:v>
                      </c:pt>
                      <c:pt idx="11">
                        <c:v>139996</c:v>
                      </c:pt>
                    </c:numCache>
                  </c:numRef>
                </c:val>
                <c:smooth val="0"/>
                <c:extLst xmlns:c15="http://schemas.microsoft.com/office/drawing/2012/chart">
                  <c:ext xmlns:c16="http://schemas.microsoft.com/office/drawing/2014/chart" uri="{C3380CC4-5D6E-409C-BE32-E72D297353CC}">
                    <c16:uniqueId val="{00000003-7758-47A2-9649-E4836B461AE8}"/>
                  </c:ext>
                </c:extLst>
              </c15:ser>
            </c15:filteredLineSeries>
          </c:ext>
        </c:extLst>
      </c:lineChart>
      <c:catAx>
        <c:axId val="138860934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b="1"/>
                  <a:t>Month</a:t>
                </a:r>
              </a:p>
            </c:rich>
          </c:tx>
          <c:layout>
            <c:manualLayout>
              <c:xMode val="edge"/>
              <c:yMode val="edge"/>
              <c:x val="0.47264434369666758"/>
              <c:y val="0.86716120210129621"/>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8609824"/>
        <c:crosses val="autoZero"/>
        <c:auto val="1"/>
        <c:lblAlgn val="ctr"/>
        <c:lblOffset val="100"/>
        <c:noMultiLvlLbl val="0"/>
      </c:catAx>
      <c:valAx>
        <c:axId val="138860982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b="1"/>
                  <a:t>Avg Ride Length (HH:MM:SS)</a:t>
                </a:r>
              </a:p>
            </c:rich>
          </c:tx>
          <c:layout>
            <c:manualLayout>
              <c:xMode val="edge"/>
              <c:yMode val="edge"/>
              <c:x val="6.917452878090982E-3"/>
              <c:y val="0.25695982463679196"/>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h]:mm:ss;@"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8609344"/>
        <c:crosses val="autoZero"/>
        <c:crossBetween val="between"/>
      </c:valAx>
      <c:spPr>
        <a:noFill/>
        <a:ln>
          <a:noFill/>
        </a:ln>
        <a:effectLst/>
      </c:spPr>
    </c:plotArea>
    <c:legend>
      <c:legendPos val="b"/>
      <c:layout>
        <c:manualLayout>
          <c:xMode val="edge"/>
          <c:yMode val="edge"/>
          <c:x val="0.23997011600632592"/>
          <c:y val="0.94245483837272592"/>
          <c:w val="0.51851698853966877"/>
          <c:h val="5.754515979620195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u="sng"/>
              <a:t>Number</a:t>
            </a:r>
            <a:r>
              <a:rPr lang="en-US" b="1" u="sng" baseline="0"/>
              <a:t> of Riders: Casual vs. Member Over 2024</a:t>
            </a:r>
            <a:endParaRPr lang="en-US" b="1" u="sng"/>
          </a:p>
        </c:rich>
      </c:tx>
      <c:layout>
        <c:manualLayout>
          <c:xMode val="edge"/>
          <c:yMode val="edge"/>
          <c:x val="0.30068694614670494"/>
          <c:y val="2.1142314393757973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'Mem-Cas Rider Comparison 2024'!$B$1</c:f>
              <c:strCache>
                <c:ptCount val="1"/>
                <c:pt idx="0">
                  <c:v># of Casual Riders</c:v>
                </c:pt>
              </c:strCache>
            </c:strRef>
          </c:tx>
          <c:spPr>
            <a:ln w="50800" cap="rnd">
              <a:solidFill>
                <a:schemeClr val="accent2"/>
              </a:solidFill>
              <a:round/>
            </a:ln>
            <a:effectLst/>
          </c:spPr>
          <c:marker>
            <c:symbol val="circle"/>
            <c:size val="5"/>
            <c:spPr>
              <a:solidFill>
                <a:schemeClr val="tx1"/>
              </a:solidFill>
              <a:ln w="31750">
                <a:solidFill>
                  <a:schemeClr val="tx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'Mem-Cas Rider Comparison 2024'!$A$2:$A$13</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'Mem-Cas Rider Comparison 2024'!$B$2:$B$13</c:f>
              <c:numCache>
                <c:formatCode>General</c:formatCode>
                <c:ptCount val="12"/>
                <c:pt idx="0">
                  <c:v>24460</c:v>
                </c:pt>
                <c:pt idx="1">
                  <c:v>47163</c:v>
                </c:pt>
                <c:pt idx="2">
                  <c:v>82550</c:v>
                </c:pt>
                <c:pt idx="3">
                  <c:v>131810</c:v>
                </c:pt>
                <c:pt idx="4">
                  <c:v>231018</c:v>
                </c:pt>
                <c:pt idx="5">
                  <c:v>301127</c:v>
                </c:pt>
                <c:pt idx="6">
                  <c:v>320546</c:v>
                </c:pt>
                <c:pt idx="7">
                  <c:v>318280</c:v>
                </c:pt>
                <c:pt idx="8">
                  <c:v>346804</c:v>
                </c:pt>
                <c:pt idx="9">
                  <c:v>216446</c:v>
                </c:pt>
                <c:pt idx="10">
                  <c:v>93078</c:v>
                </c:pt>
                <c:pt idx="11">
                  <c:v>38376</c:v>
                </c:pt>
              </c:numCache>
            </c:numRef>
          </c:val>
          <c:smooth val="0"/>
          <c:extLst>
            <c:ext xmlns:c16="http://schemas.microsoft.com/office/drawing/2014/chart" uri="{C3380CC4-5D6E-409C-BE32-E72D297353CC}">
              <c16:uniqueId val="{00000000-2795-4DB4-9900-B9FD58C8D758}"/>
            </c:ext>
          </c:extLst>
        </c:ser>
        <c:ser>
          <c:idx val="1"/>
          <c:order val="1"/>
          <c:tx>
            <c:strRef>
              <c:f>'Mem-Cas Rider Comparison 2024'!$D$1</c:f>
              <c:strCache>
                <c:ptCount val="1"/>
                <c:pt idx="0">
                  <c:v># of Member Riders</c:v>
                </c:pt>
              </c:strCache>
            </c:strRef>
          </c:tx>
          <c:spPr>
            <a:ln w="50800" cap="rnd">
              <a:solidFill>
                <a:schemeClr val="accent4"/>
              </a:solidFill>
              <a:round/>
            </a:ln>
            <a:effectLst/>
          </c:spPr>
          <c:marker>
            <c:symbol val="circle"/>
            <c:size val="5"/>
            <c:spPr>
              <a:solidFill>
                <a:schemeClr val="tx1"/>
              </a:solidFill>
              <a:ln w="31750">
                <a:solidFill>
                  <a:schemeClr val="tx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'Mem-Cas Rider Comparison 2024'!$A$2:$A$13</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'Mem-Cas Rider Comparison 2024'!$D$2:$D$13</c:f>
              <c:numCache>
                <c:formatCode>General</c:formatCode>
                <c:ptCount val="12"/>
                <c:pt idx="0">
                  <c:v>120413</c:v>
                </c:pt>
                <c:pt idx="1">
                  <c:v>176001</c:v>
                </c:pt>
                <c:pt idx="2">
                  <c:v>219137</c:v>
                </c:pt>
                <c:pt idx="3">
                  <c:v>283215</c:v>
                </c:pt>
                <c:pt idx="4">
                  <c:v>378475</c:v>
                </c:pt>
                <c:pt idx="5">
                  <c:v>409594</c:v>
                </c:pt>
                <c:pt idx="6">
                  <c:v>428416</c:v>
                </c:pt>
                <c:pt idx="7">
                  <c:v>437359</c:v>
                </c:pt>
                <c:pt idx="8">
                  <c:v>474472</c:v>
                </c:pt>
                <c:pt idx="9">
                  <c:v>399835</c:v>
                </c:pt>
                <c:pt idx="10">
                  <c:v>241997</c:v>
                </c:pt>
                <c:pt idx="11">
                  <c:v>139996</c:v>
                </c:pt>
              </c:numCache>
            </c:numRef>
          </c:val>
          <c:smooth val="0"/>
          <c:extLst>
            <c:ext xmlns:c16="http://schemas.microsoft.com/office/drawing/2014/chart" uri="{C3380CC4-5D6E-409C-BE32-E72D297353CC}">
              <c16:uniqueId val="{00000001-2795-4DB4-9900-B9FD58C8D758}"/>
            </c:ext>
          </c:extLst>
        </c:ser>
        <c:dLbls>
          <c:dLblPos val="t"/>
          <c:showLegendKey val="0"/>
          <c:showVal val="1"/>
          <c:showCatName val="0"/>
          <c:showSerName val="0"/>
          <c:showPercent val="0"/>
          <c:showBubbleSize val="0"/>
        </c:dLbls>
        <c:marker val="1"/>
        <c:smooth val="0"/>
        <c:axId val="1388593504"/>
        <c:axId val="1388600704"/>
      </c:lineChart>
      <c:catAx>
        <c:axId val="138859350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b="1"/>
                  <a:t>Month</a:t>
                </a:r>
              </a:p>
            </c:rich>
          </c:tx>
          <c:layout>
            <c:manualLayout>
              <c:xMode val="edge"/>
              <c:yMode val="edge"/>
              <c:x val="0.48979391321398075"/>
              <c:y val="0.87782277879728088"/>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8600704"/>
        <c:crosses val="autoZero"/>
        <c:auto val="1"/>
        <c:lblAlgn val="ctr"/>
        <c:lblOffset val="100"/>
        <c:noMultiLvlLbl val="0"/>
      </c:catAx>
      <c:valAx>
        <c:axId val="138860070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b="1"/>
                  <a:t>Number of Riders</a:t>
                </a:r>
              </a:p>
            </c:rich>
          </c:tx>
          <c:layout>
            <c:manualLayout>
              <c:xMode val="edge"/>
              <c:yMode val="edge"/>
              <c:x val="9.6498658426360153E-3"/>
              <c:y val="0.31671685637488478"/>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8593504"/>
        <c:crosses val="autoZero"/>
        <c:crossBetween val="between"/>
      </c:valAx>
      <c:spPr>
        <a:noFill/>
        <a:ln>
          <a:noFill/>
        </a:ln>
        <a:effectLst/>
      </c:spPr>
    </c:plotArea>
    <c:legend>
      <c:legendPos val="b"/>
      <c:layout>
        <c:manualLayout>
          <c:xMode val="edge"/>
          <c:yMode val="edge"/>
          <c:x val="0.32961379926669448"/>
          <c:y val="0.94177809941150215"/>
          <c:w val="0.37263081549133903"/>
          <c:h val="5.1428912871482435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u="sng"/>
              <a:t>Average Ride Length On</a:t>
            </a:r>
            <a:r>
              <a:rPr lang="en-US" b="1" u="sng" baseline="0"/>
              <a:t> Day of Max Riders: Casual vs. Member Over 2024 </a:t>
            </a:r>
            <a:endParaRPr lang="en-US" b="1" u="sng"/>
          </a:p>
        </c:rich>
      </c:tx>
      <c:layout>
        <c:manualLayout>
          <c:xMode val="edge"/>
          <c:yMode val="edge"/>
          <c:x val="0.1954081429981743"/>
          <c:y val="1.7807844829995558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'Mem-Cas Max Comparison 2024'!$D$1</c:f>
              <c:strCache>
                <c:ptCount val="1"/>
                <c:pt idx="0">
                  <c:v>Avg Ride Length (Casual)</c:v>
                </c:pt>
              </c:strCache>
            </c:strRef>
          </c:tx>
          <c:spPr>
            <a:ln w="50800" cap="rnd">
              <a:solidFill>
                <a:schemeClr val="accent2"/>
              </a:solidFill>
              <a:round/>
            </a:ln>
            <a:effectLst/>
          </c:spPr>
          <c:marker>
            <c:symbol val="circle"/>
            <c:size val="5"/>
            <c:spPr>
              <a:solidFill>
                <a:schemeClr val="tx1"/>
              </a:solidFill>
              <a:ln w="31750">
                <a:solidFill>
                  <a:schemeClr val="tx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'Mem-Cas Max Comparison 2024'!$A$2:$A$13</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'Mem-Cas Max Comparison 2024'!$D$2:$D$13</c:f>
              <c:numCache>
                <c:formatCode>[h]:mm:ss;@</c:formatCode>
                <c:ptCount val="12"/>
                <c:pt idx="0">
                  <c:v>1.4340277777777778E-2</c:v>
                </c:pt>
                <c:pt idx="1">
                  <c:v>1.4097222222222223E-2</c:v>
                </c:pt>
                <c:pt idx="2">
                  <c:v>1.9785672236939139E-2</c:v>
                </c:pt>
                <c:pt idx="3">
                  <c:v>2.0184811272563618E-2</c:v>
                </c:pt>
                <c:pt idx="4">
                  <c:v>2.2257396882604655E-2</c:v>
                </c:pt>
                <c:pt idx="5">
                  <c:v>2.0885835726735254E-2</c:v>
                </c:pt>
                <c:pt idx="6">
                  <c:v>2.1558856073075068E-2</c:v>
                </c:pt>
                <c:pt idx="7">
                  <c:v>1.8832304210772404E-2</c:v>
                </c:pt>
                <c:pt idx="8">
                  <c:v>1.8304856922768412E-2</c:v>
                </c:pt>
                <c:pt idx="9">
                  <c:v>1.8806922853531326E-2</c:v>
                </c:pt>
                <c:pt idx="10">
                  <c:v>1.5703680364050687E-2</c:v>
                </c:pt>
                <c:pt idx="11">
                  <c:v>1.2257151648758995E-2</c:v>
                </c:pt>
              </c:numCache>
            </c:numRef>
          </c:val>
          <c:smooth val="0"/>
          <c:extLst>
            <c:ext xmlns:c16="http://schemas.microsoft.com/office/drawing/2014/chart" uri="{C3380CC4-5D6E-409C-BE32-E72D297353CC}">
              <c16:uniqueId val="{00000000-03ED-4660-B55B-39CF3E193E01}"/>
            </c:ext>
          </c:extLst>
        </c:ser>
        <c:ser>
          <c:idx val="1"/>
          <c:order val="1"/>
          <c:tx>
            <c:strRef>
              <c:f>'Mem-Cas Max Comparison 2024'!$G$1</c:f>
              <c:strCache>
                <c:ptCount val="1"/>
                <c:pt idx="0">
                  <c:v>Avg Ride Length (Member)</c:v>
                </c:pt>
              </c:strCache>
            </c:strRef>
          </c:tx>
          <c:spPr>
            <a:ln w="50800" cap="rnd">
              <a:solidFill>
                <a:schemeClr val="accent4"/>
              </a:solidFill>
              <a:round/>
            </a:ln>
            <a:effectLst/>
          </c:spPr>
          <c:marker>
            <c:symbol val="circle"/>
            <c:size val="5"/>
            <c:spPr>
              <a:solidFill>
                <a:schemeClr val="tx1"/>
              </a:solidFill>
              <a:ln w="31750">
                <a:solidFill>
                  <a:schemeClr val="tx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'Mem-Cas Max Comparison 2024'!$A$2:$A$13</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'Mem-Cas Max Comparison 2024'!$G$2:$G$13</c:f>
              <c:numCache>
                <c:formatCode>[h]:mm:ss;@</c:formatCode>
                <c:ptCount val="12"/>
                <c:pt idx="0">
                  <c:v>1.0706018518518519E-2</c:v>
                </c:pt>
                <c:pt idx="1">
                  <c:v>8.6689814814814806E-3</c:v>
                </c:pt>
                <c:pt idx="2">
                  <c:v>8.2986540891064071E-3</c:v>
                </c:pt>
                <c:pt idx="3">
                  <c:v>8.6224464602137497E-3</c:v>
                </c:pt>
                <c:pt idx="4">
                  <c:v>9.1124248847900078E-3</c:v>
                </c:pt>
                <c:pt idx="5">
                  <c:v>9.6402105844523665E-3</c:v>
                </c:pt>
                <c:pt idx="6">
                  <c:v>8.9999748470296591E-3</c:v>
                </c:pt>
                <c:pt idx="7">
                  <c:v>8.7384599941344523E-3</c:v>
                </c:pt>
                <c:pt idx="8">
                  <c:v>8.2438807918920436E-3</c:v>
                </c:pt>
                <c:pt idx="9">
                  <c:v>8.0569598761206195E-3</c:v>
                </c:pt>
                <c:pt idx="10">
                  <c:v>7.7761110520248155E-3</c:v>
                </c:pt>
                <c:pt idx="11">
                  <c:v>7.54492774165032E-3</c:v>
                </c:pt>
              </c:numCache>
            </c:numRef>
          </c:val>
          <c:smooth val="0"/>
          <c:extLst>
            <c:ext xmlns:c16="http://schemas.microsoft.com/office/drawing/2014/chart" uri="{C3380CC4-5D6E-409C-BE32-E72D297353CC}">
              <c16:uniqueId val="{00000001-03ED-4660-B55B-39CF3E193E01}"/>
            </c:ext>
          </c:extLst>
        </c:ser>
        <c:dLbls>
          <c:dLblPos val="t"/>
          <c:showLegendKey val="0"/>
          <c:showVal val="1"/>
          <c:showCatName val="0"/>
          <c:showSerName val="0"/>
          <c:showPercent val="0"/>
          <c:showBubbleSize val="0"/>
        </c:dLbls>
        <c:marker val="1"/>
        <c:smooth val="0"/>
        <c:axId val="1370666064"/>
        <c:axId val="1370682864"/>
      </c:lineChart>
      <c:catAx>
        <c:axId val="137066606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b="1"/>
                  <a:t>Month</a:t>
                </a:r>
              </a:p>
            </c:rich>
          </c:tx>
          <c:layout>
            <c:manualLayout>
              <c:xMode val="edge"/>
              <c:yMode val="edge"/>
              <c:x val="0.4743268818678425"/>
              <c:y val="0.87591936107095059"/>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70682864"/>
        <c:crosses val="autoZero"/>
        <c:auto val="1"/>
        <c:lblAlgn val="ctr"/>
        <c:lblOffset val="100"/>
        <c:noMultiLvlLbl val="0"/>
      </c:catAx>
      <c:valAx>
        <c:axId val="137068286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b="1"/>
                  <a:t>Avg Ride Length (HH:MM:SS)</a:t>
                </a:r>
              </a:p>
            </c:rich>
          </c:tx>
          <c:layout>
            <c:manualLayout>
              <c:xMode val="edge"/>
              <c:yMode val="edge"/>
              <c:x val="5.7354977757416385E-3"/>
              <c:y val="0.24815018718832446"/>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h]:mm:ss;@"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70666064"/>
        <c:crosses val="autoZero"/>
        <c:crossBetween val="between"/>
      </c:valAx>
      <c:spPr>
        <a:noFill/>
        <a:ln>
          <a:noFill/>
        </a:ln>
        <a:effectLst/>
      </c:spPr>
    </c:plotArea>
    <c:legend>
      <c:legendPos val="b"/>
      <c:layout>
        <c:manualLayout>
          <c:xMode val="edge"/>
          <c:yMode val="edge"/>
          <c:x val="0.29873587834648879"/>
          <c:y val="0.95297822191720416"/>
          <c:w val="0.40252824330702247"/>
          <c:h val="4.702177808279584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kumimoji="0" lang="en-US" sz="1400" b="1" i="0" u="sng" strike="noStrike" kern="1200" cap="none" spc="0" normalizeH="0" baseline="0" noProof="0">
                <a:ln>
                  <a:noFill/>
                </a:ln>
                <a:solidFill>
                  <a:sysClr val="windowText" lastClr="000000">
                    <a:lumMod val="65000"/>
                    <a:lumOff val="35000"/>
                  </a:sysClr>
                </a:solidFill>
                <a:effectLst/>
                <a:uLnTx/>
                <a:uFillTx/>
                <a:latin typeface="Aptos Narrow" panose="02110004020202020204"/>
              </a:rPr>
              <a:t>Max Number of Riders: Casual vs. Member Over 2024</a:t>
            </a:r>
          </a:p>
        </c:rich>
      </c:tx>
      <c:layout>
        <c:manualLayout>
          <c:xMode val="edge"/>
          <c:yMode val="edge"/>
          <c:x val="0.26722412720509964"/>
          <c:y val="1.9777500523636578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'Mem-Cas Max Comparison 2024'!$C$1</c:f>
              <c:strCache>
                <c:ptCount val="1"/>
                <c:pt idx="0">
                  <c:v>Max # (Casual)</c:v>
                </c:pt>
              </c:strCache>
            </c:strRef>
          </c:tx>
          <c:spPr>
            <a:ln w="50800" cap="rnd">
              <a:solidFill>
                <a:schemeClr val="accent2"/>
              </a:solidFill>
              <a:round/>
            </a:ln>
            <a:effectLst/>
          </c:spPr>
          <c:marker>
            <c:symbol val="circle"/>
            <c:size val="5"/>
            <c:spPr>
              <a:solidFill>
                <a:schemeClr val="tx1"/>
              </a:solidFill>
              <a:ln w="31750">
                <a:solidFill>
                  <a:schemeClr val="tx1"/>
                </a:solidFill>
              </a:ln>
              <a:effectLst/>
            </c:spPr>
          </c:marker>
          <c:cat>
            <c:strRef>
              <c:f>'Mem-Cas Max Comparison 2024'!$A$2:$A$13</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'Mem-Cas Max Comparison 2024'!$C$2:$C$13</c:f>
              <c:numCache>
                <c:formatCode>General</c:formatCode>
                <c:ptCount val="12"/>
                <c:pt idx="0">
                  <c:v>4586</c:v>
                </c:pt>
                <c:pt idx="1">
                  <c:v>8071</c:v>
                </c:pt>
                <c:pt idx="2">
                  <c:v>20007</c:v>
                </c:pt>
                <c:pt idx="3">
                  <c:v>30923</c:v>
                </c:pt>
                <c:pt idx="4">
                  <c:v>50498</c:v>
                </c:pt>
                <c:pt idx="5">
                  <c:v>64684</c:v>
                </c:pt>
                <c:pt idx="6">
                  <c:v>67845</c:v>
                </c:pt>
                <c:pt idx="7">
                  <c:v>77329</c:v>
                </c:pt>
                <c:pt idx="8">
                  <c:v>64332</c:v>
                </c:pt>
                <c:pt idx="9">
                  <c:v>42692</c:v>
                </c:pt>
                <c:pt idx="10">
                  <c:v>19340</c:v>
                </c:pt>
                <c:pt idx="11">
                  <c:v>7094</c:v>
                </c:pt>
              </c:numCache>
            </c:numRef>
          </c:val>
          <c:smooth val="0"/>
          <c:extLst>
            <c:ext xmlns:c16="http://schemas.microsoft.com/office/drawing/2014/chart" uri="{C3380CC4-5D6E-409C-BE32-E72D297353CC}">
              <c16:uniqueId val="{00000000-3F59-4883-8909-7D6511C15334}"/>
            </c:ext>
          </c:extLst>
        </c:ser>
        <c:ser>
          <c:idx val="1"/>
          <c:order val="1"/>
          <c:tx>
            <c:strRef>
              <c:f>'Mem-Cas Max Comparison 2024'!$F$1</c:f>
              <c:strCache>
                <c:ptCount val="1"/>
                <c:pt idx="0">
                  <c:v>Max # (Member)</c:v>
                </c:pt>
              </c:strCache>
            </c:strRef>
          </c:tx>
          <c:spPr>
            <a:ln w="50800" cap="rnd">
              <a:solidFill>
                <a:schemeClr val="accent4"/>
              </a:solidFill>
              <a:round/>
            </a:ln>
            <a:effectLst/>
          </c:spPr>
          <c:marker>
            <c:symbol val="circle"/>
            <c:size val="5"/>
            <c:spPr>
              <a:solidFill>
                <a:schemeClr val="tx1"/>
              </a:solidFill>
              <a:ln w="31750">
                <a:solidFill>
                  <a:schemeClr val="tx1"/>
                </a:solidFill>
              </a:ln>
              <a:effectLst/>
            </c:spPr>
          </c:marker>
          <c:cat>
            <c:strRef>
              <c:f>'Mem-Cas Max Comparison 2024'!$A$2:$A$13</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'Mem-Cas Max Comparison 2024'!$F$2:$F$13</c:f>
              <c:numCache>
                <c:formatCode>General</c:formatCode>
                <c:ptCount val="12"/>
                <c:pt idx="0">
                  <c:v>26519</c:v>
                </c:pt>
                <c:pt idx="1">
                  <c:v>35764</c:v>
                </c:pt>
                <c:pt idx="2">
                  <c:v>34740</c:v>
                </c:pt>
                <c:pt idx="3">
                  <c:v>55222</c:v>
                </c:pt>
                <c:pt idx="4">
                  <c:v>73264</c:v>
                </c:pt>
                <c:pt idx="5">
                  <c:v>63271</c:v>
                </c:pt>
                <c:pt idx="6">
                  <c:v>78041</c:v>
                </c:pt>
                <c:pt idx="7">
                  <c:v>72363</c:v>
                </c:pt>
                <c:pt idx="8">
                  <c:v>77475</c:v>
                </c:pt>
                <c:pt idx="9">
                  <c:v>73022</c:v>
                </c:pt>
                <c:pt idx="10">
                  <c:v>42311</c:v>
                </c:pt>
                <c:pt idx="11">
                  <c:v>27731</c:v>
                </c:pt>
              </c:numCache>
            </c:numRef>
          </c:val>
          <c:smooth val="0"/>
          <c:extLst>
            <c:ext xmlns:c16="http://schemas.microsoft.com/office/drawing/2014/chart" uri="{C3380CC4-5D6E-409C-BE32-E72D297353CC}">
              <c16:uniqueId val="{00000001-3F59-4883-8909-7D6511C15334}"/>
            </c:ext>
          </c:extLst>
        </c:ser>
        <c:dLbls>
          <c:showLegendKey val="0"/>
          <c:showVal val="0"/>
          <c:showCatName val="0"/>
          <c:showSerName val="0"/>
          <c:showPercent val="0"/>
          <c:showBubbleSize val="0"/>
        </c:dLbls>
        <c:marker val="1"/>
        <c:smooth val="0"/>
        <c:axId val="2004464159"/>
        <c:axId val="2004447839"/>
      </c:lineChart>
      <c:catAx>
        <c:axId val="2004464159"/>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b="1"/>
                  <a:t>Month</a:t>
                </a:r>
              </a:p>
            </c:rich>
          </c:tx>
          <c:layout>
            <c:manualLayout>
              <c:xMode val="edge"/>
              <c:yMode val="edge"/>
              <c:x val="0.4720824568895487"/>
              <c:y val="0.9323303216335489"/>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04447839"/>
        <c:crosses val="autoZero"/>
        <c:auto val="1"/>
        <c:lblAlgn val="ctr"/>
        <c:lblOffset val="100"/>
        <c:noMultiLvlLbl val="0"/>
      </c:catAx>
      <c:valAx>
        <c:axId val="200444783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b="1"/>
                  <a:t>Number</a:t>
                </a:r>
                <a:r>
                  <a:rPr lang="en-US" sz="1200" b="1" baseline="0"/>
                  <a:t> of Riders</a:t>
                </a:r>
                <a:endParaRPr lang="en-US" sz="1200" b="1"/>
              </a:p>
            </c:rich>
          </c:tx>
          <c:layout>
            <c:manualLayout>
              <c:xMode val="edge"/>
              <c:yMode val="edge"/>
              <c:x val="5.3455504515937856E-2"/>
              <c:y val="0.29206177328391902"/>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04464159"/>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[Cyclistic Final Analysis Workbook.xlsx]Day Frequency by Month (Cas) !PivotTable27</c:name>
    <c:fmtId val="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u="sng"/>
              <a:t>Count of Month by Day of Max Riders (Casual)</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'Day Frequency by Month (Cas) '!$B$3</c:f>
              <c:strCache>
                <c:ptCount val="1"/>
                <c:pt idx="0">
                  <c:v>Total</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'Day Frequency by Month (Cas) '!$A$4:$A$8</c:f>
              <c:strCache>
                <c:ptCount val="5"/>
                <c:pt idx="0">
                  <c:v>Sunday</c:v>
                </c:pt>
                <c:pt idx="1">
                  <c:v>Monday</c:v>
                </c:pt>
                <c:pt idx="2">
                  <c:v>Wednesday</c:v>
                </c:pt>
                <c:pt idx="3">
                  <c:v>Thursday</c:v>
                </c:pt>
                <c:pt idx="4">
                  <c:v>Saturday</c:v>
                </c:pt>
              </c:strCache>
            </c:strRef>
          </c:cat>
          <c:val>
            <c:numRef>
              <c:f>'Day Frequency by Month (Cas) '!$B$4:$B$8</c:f>
              <c:numCache>
                <c:formatCode>General</c:formatCode>
                <c:ptCount val="5"/>
                <c:pt idx="0">
                  <c:v>2</c:v>
                </c:pt>
                <c:pt idx="1">
                  <c:v>1</c:v>
                </c:pt>
                <c:pt idx="2">
                  <c:v>1</c:v>
                </c:pt>
                <c:pt idx="3">
                  <c:v>1</c:v>
                </c:pt>
                <c:pt idx="4">
                  <c:v>7</c:v>
                </c:pt>
              </c:numCache>
            </c:numRef>
          </c:val>
          <c:extLst>
            <c:ext xmlns:c16="http://schemas.microsoft.com/office/drawing/2014/chart" uri="{C3380CC4-5D6E-409C-BE32-E72D297353CC}">
              <c16:uniqueId val="{00000000-22FF-4DF8-B257-9FBF3DB77B94}"/>
            </c:ext>
          </c:extLst>
        </c:ser>
        <c:dLbls>
          <c:dLblPos val="outEnd"/>
          <c:showLegendKey val="0"/>
          <c:showVal val="1"/>
          <c:showCatName val="0"/>
          <c:showSerName val="0"/>
          <c:showPercent val="0"/>
          <c:showBubbleSize val="0"/>
        </c:dLbls>
        <c:gapWidth val="219"/>
        <c:overlap val="-27"/>
        <c:axId val="1370690064"/>
        <c:axId val="1370687664"/>
      </c:barChart>
      <c:catAx>
        <c:axId val="137069006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b="1"/>
                  <a:t>Day</a:t>
                </a:r>
                <a:endParaRPr lang="en-US" b="1"/>
              </a:p>
            </c:rich>
          </c:tx>
          <c:layout>
            <c:manualLayout>
              <c:xMode val="edge"/>
              <c:yMode val="edge"/>
              <c:x val="0.4996933459379635"/>
              <c:y val="0.94099337481855549"/>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70687664"/>
        <c:crosses val="autoZero"/>
        <c:auto val="1"/>
        <c:lblAlgn val="ctr"/>
        <c:lblOffset val="100"/>
        <c:noMultiLvlLbl val="0"/>
      </c:catAx>
      <c:valAx>
        <c:axId val="137068766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b="1"/>
                  <a:t>Frequency</a:t>
                </a:r>
              </a:p>
            </c:rich>
          </c:tx>
          <c:layout>
            <c:manualLayout>
              <c:xMode val="edge"/>
              <c:yMode val="edge"/>
              <c:x val="8.9432151496284772E-3"/>
              <c:y val="0.41195001001499221"/>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70690064"/>
        <c:crosses val="autoZero"/>
        <c:crossBetween val="between"/>
      </c:valAx>
      <c:spPr>
        <a:noFill/>
        <a:ln>
          <a:noFill/>
        </a:ln>
        <a:effectLst/>
      </c:spPr>
    </c:plotArea>
    <c:plotVisOnly val="1"/>
    <c:dispBlanksAs val="gap"/>
    <c:showDLblsOverMax val="0"/>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[Cyclistic Final Analysis Workbook.xlsx]Day Frequency by Month (Mem)!PivotTable32</c:name>
    <c:fmtId val="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u="sng"/>
              <a:t>Count of Month by Day of Max Riders (Member)</a:t>
            </a:r>
          </a:p>
        </c:rich>
      </c:tx>
      <c:layout>
        <c:manualLayout>
          <c:xMode val="edge"/>
          <c:yMode val="edge"/>
          <c:x val="0.29590579184753757"/>
          <c:y val="1.9518376914129242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'Day Frequency by Month (Mem)'!$B$3</c:f>
              <c:strCache>
                <c:ptCount val="1"/>
                <c:pt idx="0">
                  <c:v>Total</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'Day Frequency by Month (Mem)'!$A$4:$A$8</c:f>
              <c:strCache>
                <c:ptCount val="5"/>
                <c:pt idx="0">
                  <c:v>Monday</c:v>
                </c:pt>
                <c:pt idx="1">
                  <c:v>Tuesday</c:v>
                </c:pt>
                <c:pt idx="2">
                  <c:v>Wednesday</c:v>
                </c:pt>
                <c:pt idx="3">
                  <c:v>Thursday</c:v>
                </c:pt>
                <c:pt idx="4">
                  <c:v>Friday</c:v>
                </c:pt>
              </c:strCache>
            </c:strRef>
          </c:cat>
          <c:val>
            <c:numRef>
              <c:f>'Day Frequency by Month (Mem)'!$B$4:$B$8</c:f>
              <c:numCache>
                <c:formatCode>General</c:formatCode>
                <c:ptCount val="5"/>
                <c:pt idx="0">
                  <c:v>2</c:v>
                </c:pt>
                <c:pt idx="1">
                  <c:v>2</c:v>
                </c:pt>
                <c:pt idx="2">
                  <c:v>5</c:v>
                </c:pt>
                <c:pt idx="3">
                  <c:v>2</c:v>
                </c:pt>
                <c:pt idx="4">
                  <c:v>1</c:v>
                </c:pt>
              </c:numCache>
            </c:numRef>
          </c:val>
          <c:extLst>
            <c:ext xmlns:c16="http://schemas.microsoft.com/office/drawing/2014/chart" uri="{C3380CC4-5D6E-409C-BE32-E72D297353CC}">
              <c16:uniqueId val="{00000000-CA9F-4427-944B-1E20D815BA7D}"/>
            </c:ext>
          </c:extLst>
        </c:ser>
        <c:dLbls>
          <c:dLblPos val="outEnd"/>
          <c:showLegendKey val="0"/>
          <c:showVal val="1"/>
          <c:showCatName val="0"/>
          <c:showSerName val="0"/>
          <c:showPercent val="0"/>
          <c:showBubbleSize val="0"/>
        </c:dLbls>
        <c:gapWidth val="219"/>
        <c:overlap val="-27"/>
        <c:axId val="1388584864"/>
        <c:axId val="1388586784"/>
      </c:barChart>
      <c:catAx>
        <c:axId val="138858486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b="1"/>
                  <a:t>Day</a:t>
                </a:r>
              </a:p>
            </c:rich>
          </c:tx>
          <c:layout>
            <c:manualLayout>
              <c:xMode val="edge"/>
              <c:yMode val="edge"/>
              <c:x val="0.50367610373390448"/>
              <c:y val="0.95140187613537019"/>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8586784"/>
        <c:crosses val="autoZero"/>
        <c:auto val="1"/>
        <c:lblAlgn val="ctr"/>
        <c:lblOffset val="100"/>
        <c:noMultiLvlLbl val="0"/>
      </c:catAx>
      <c:valAx>
        <c:axId val="138858678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b="1"/>
                  <a:t>Frequency</a:t>
                </a:r>
              </a:p>
            </c:rich>
          </c:tx>
          <c:layout>
            <c:manualLayout>
              <c:xMode val="edge"/>
              <c:yMode val="edge"/>
              <c:x val="6.7454014532520295E-3"/>
              <c:y val="0.44102178812922616"/>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8584864"/>
        <c:crosses val="autoZero"/>
        <c:crossBetween val="between"/>
      </c:valAx>
      <c:spPr>
        <a:noFill/>
        <a:ln>
          <a:noFill/>
        </a:ln>
        <a:effectLst/>
      </c:spPr>
    </c:plotArea>
    <c:plotVisOnly val="1"/>
    <c:dispBlanksAs val="gap"/>
    <c:showDLblsOverMax val="0"/>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4DBE62-1255-440B-B419-6440A63FF589}" type="datetimeFigureOut">
              <a:rPr lang="en-US" smtClean="0"/>
              <a:t>12/6/2025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633B05-60F7-4233-A412-736D56B4791E}" type="slidenum">
              <a:rPr lang="en-US" smtClean="0"/>
              <a:t>‹#›</a:t>
            </a:fld>
            <a:endParaRPr lang="en-US"/>
          </a:p>
        </p:txBody>
      </p:sp>
    </p:spTree>
    <p:extLst>
      <p:ext uri="{BB962C8B-B14F-4D97-AF65-F5344CB8AC3E}">
        <p14:creationId xmlns:p14="http://schemas.microsoft.com/office/powerpoint/2010/main" val="2506026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rtl="0" fontAlgn="base">
              <a:buFont typeface="Arial" panose="020B0604020202020204" pitchFamily="34" charset="0"/>
              <a:buChar char="•"/>
            </a:pPr>
            <a:r>
              <a:rPr lang="en-US" sz="1200" b="0" i="0" u="none" strike="noStrike" kern="1200" dirty="0">
                <a:solidFill>
                  <a:schemeClr val="tx1"/>
                </a:solidFill>
                <a:effectLst/>
                <a:latin typeface="+mn-lt"/>
                <a:ea typeface="+mn-ea"/>
                <a:cs typeface="+mn-cs"/>
              </a:rPr>
              <a:t>SIDE NOTE: SATURDAY WAS THE MOST FREQUENT DAY OF BIKE RIDES</a:t>
            </a:r>
          </a:p>
          <a:p>
            <a:pPr marL="171450" indent="-171450" rtl="0" fontAlgn="base">
              <a:buFont typeface="Arial" panose="020B0604020202020204" pitchFamily="34" charset="0"/>
              <a:buChar char="•"/>
            </a:pPr>
            <a:r>
              <a:rPr lang="en-US" sz="1200" b="0" i="0" u="none" strike="noStrike" kern="1200" dirty="0">
                <a:solidFill>
                  <a:schemeClr val="tx1"/>
                </a:solidFill>
                <a:effectLst/>
                <a:latin typeface="+mn-lt"/>
                <a:ea typeface="+mn-ea"/>
                <a:cs typeface="+mn-cs"/>
              </a:rPr>
              <a:t>Average ride length line graph showed low average ride lengths in the beginning of the year, increasing until its peak in July, then decreasing for the rest of the year after July.</a:t>
            </a:r>
          </a:p>
          <a:p>
            <a:pPr marL="171450" indent="-171450" rtl="0" fontAlgn="base">
              <a:buFont typeface="Arial" panose="020B0604020202020204" pitchFamily="34" charset="0"/>
              <a:buChar char="•"/>
            </a:pPr>
            <a:r>
              <a:rPr lang="en-US" sz="1200" b="0" i="0" u="none" strike="noStrike" kern="1200" dirty="0">
                <a:solidFill>
                  <a:schemeClr val="tx1"/>
                </a:solidFill>
                <a:effectLst/>
                <a:latin typeface="+mn-lt"/>
                <a:ea typeface="+mn-ea"/>
                <a:cs typeface="+mn-cs"/>
              </a:rPr>
              <a:t>Peak average ride length: 00:14:04 (</a:t>
            </a:r>
            <a:r>
              <a:rPr lang="en-US" sz="1200" b="0" i="0" u="none" strike="noStrike" kern="1200" dirty="0" err="1">
                <a:solidFill>
                  <a:schemeClr val="tx1"/>
                </a:solidFill>
                <a:effectLst/>
                <a:latin typeface="+mn-lt"/>
                <a:ea typeface="+mn-ea"/>
                <a:cs typeface="+mn-cs"/>
              </a:rPr>
              <a:t>hh:mm:ss</a:t>
            </a:r>
            <a:r>
              <a:rPr lang="en-US" sz="1200" b="0" i="0" u="none" strike="noStrike" kern="1200" dirty="0">
                <a:solidFill>
                  <a:schemeClr val="tx1"/>
                </a:solidFill>
                <a:effectLst/>
                <a:latin typeface="+mn-lt"/>
                <a:ea typeface="+mn-ea"/>
                <a:cs typeface="+mn-cs"/>
              </a:rPr>
              <a:t>) in July</a:t>
            </a:r>
          </a:p>
          <a:p>
            <a:pPr marL="171450" indent="-171450" rtl="0" fontAlgn="base">
              <a:buFont typeface="Arial" panose="020B0604020202020204" pitchFamily="34" charset="0"/>
              <a:buChar char="•"/>
            </a:pPr>
            <a:r>
              <a:rPr lang="en-US" sz="1200" b="0" i="0" u="none" strike="noStrike" kern="1200" dirty="0">
                <a:solidFill>
                  <a:schemeClr val="tx1"/>
                </a:solidFill>
                <a:effectLst/>
                <a:latin typeface="+mn-lt"/>
                <a:ea typeface="+mn-ea"/>
                <a:cs typeface="+mn-cs"/>
              </a:rPr>
              <a:t>Lowest average ride length: 00:02:05 in January and December</a:t>
            </a:r>
          </a:p>
          <a:p>
            <a:pPr marL="171450" indent="-171450" rtl="0" fontAlgn="base">
              <a:buFont typeface="Arial" panose="020B0604020202020204" pitchFamily="34" charset="0"/>
              <a:buChar char="•"/>
            </a:pPr>
            <a:r>
              <a:rPr lang="en-US" sz="1200" b="0" i="0" u="none" strike="noStrike" kern="1200" dirty="0">
                <a:solidFill>
                  <a:schemeClr val="tx1"/>
                </a:solidFill>
                <a:effectLst/>
                <a:latin typeface="+mn-lt"/>
                <a:ea typeface="+mn-ea"/>
                <a:cs typeface="+mn-cs"/>
              </a:rPr>
              <a:t>Possible correlation of weather and temperature impacting ride activity (higher ride activity during hotter seasons, lower ride activity during colder seasons)</a:t>
            </a:r>
          </a:p>
          <a:p>
            <a:endParaRPr lang="en-US" dirty="0"/>
          </a:p>
        </p:txBody>
      </p:sp>
      <p:sp>
        <p:nvSpPr>
          <p:cNvPr id="4" name="Slide Number Placeholder 3"/>
          <p:cNvSpPr>
            <a:spLocks noGrp="1"/>
          </p:cNvSpPr>
          <p:nvPr>
            <p:ph type="sldNum" sz="quarter" idx="5"/>
          </p:nvPr>
        </p:nvSpPr>
        <p:spPr/>
        <p:txBody>
          <a:bodyPr/>
          <a:lstStyle/>
          <a:p>
            <a:fld id="{66633B05-60F7-4233-A412-736D56B4791E}" type="slidenum">
              <a:rPr lang="en-US" smtClean="0"/>
              <a:t>6</a:t>
            </a:fld>
            <a:endParaRPr lang="en-US"/>
          </a:p>
        </p:txBody>
      </p:sp>
    </p:spTree>
    <p:extLst>
      <p:ext uri="{BB962C8B-B14F-4D97-AF65-F5344CB8AC3E}">
        <p14:creationId xmlns:p14="http://schemas.microsoft.com/office/powerpoint/2010/main" val="15225308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i="0" u="none" strike="noStrike" kern="1200" dirty="0">
                <a:solidFill>
                  <a:schemeClr val="tx1"/>
                </a:solidFill>
                <a:effectLst/>
                <a:latin typeface="+mn-lt"/>
                <a:ea typeface="+mn-ea"/>
                <a:cs typeface="+mn-cs"/>
              </a:rPr>
              <a:t>Casual riders had overall higher average ride lengths compared to member riders throughout the year</a:t>
            </a:r>
            <a:endParaRPr lang="en-US" dirty="0"/>
          </a:p>
        </p:txBody>
      </p:sp>
      <p:sp>
        <p:nvSpPr>
          <p:cNvPr id="4" name="Slide Number Placeholder 3"/>
          <p:cNvSpPr>
            <a:spLocks noGrp="1"/>
          </p:cNvSpPr>
          <p:nvPr>
            <p:ph type="sldNum" sz="quarter" idx="5"/>
          </p:nvPr>
        </p:nvSpPr>
        <p:spPr/>
        <p:txBody>
          <a:bodyPr/>
          <a:lstStyle/>
          <a:p>
            <a:fld id="{66633B05-60F7-4233-A412-736D56B4791E}" type="slidenum">
              <a:rPr lang="en-US" smtClean="0"/>
              <a:t>7</a:t>
            </a:fld>
            <a:endParaRPr lang="en-US"/>
          </a:p>
        </p:txBody>
      </p:sp>
    </p:spTree>
    <p:extLst>
      <p:ext uri="{BB962C8B-B14F-4D97-AF65-F5344CB8AC3E}">
        <p14:creationId xmlns:p14="http://schemas.microsoft.com/office/powerpoint/2010/main" val="11246874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rtl="0" fontAlgn="base">
              <a:buFont typeface="Arial" panose="020B0604020202020204" pitchFamily="34" charset="0"/>
              <a:buChar char="•"/>
            </a:pPr>
            <a:r>
              <a:rPr lang="en-US" sz="1200" b="0" i="0" u="none" strike="noStrike" kern="1200" dirty="0">
                <a:solidFill>
                  <a:schemeClr val="tx1"/>
                </a:solidFill>
                <a:effectLst/>
                <a:latin typeface="+mn-lt"/>
                <a:ea typeface="+mn-ea"/>
                <a:cs typeface="+mn-cs"/>
              </a:rPr>
              <a:t>Member riders had overall higher number of riders compared to casual riders throughout the year</a:t>
            </a:r>
          </a:p>
          <a:p>
            <a:pPr marL="171450" indent="-171450" rtl="0" fontAlgn="base">
              <a:buFont typeface="Arial" panose="020B0604020202020204" pitchFamily="34" charset="0"/>
              <a:buChar char="•"/>
            </a:pPr>
            <a:r>
              <a:rPr lang="en-US" sz="1200" b="0" i="0" u="none" strike="noStrike" kern="1200" dirty="0">
                <a:solidFill>
                  <a:schemeClr val="tx1"/>
                </a:solidFill>
                <a:effectLst/>
                <a:latin typeface="+mn-lt"/>
                <a:ea typeface="+mn-ea"/>
                <a:cs typeface="+mn-cs"/>
              </a:rPr>
              <a:t>The number of riders for both casual riders and member riders follow trend of increasing until its peak in September, and then decreasing for the rest of the year</a:t>
            </a:r>
          </a:p>
          <a:p>
            <a:pPr marL="171450" indent="-171450" rtl="0" fontAlgn="base">
              <a:buFont typeface="Arial" panose="020B0604020202020204" pitchFamily="34" charset="0"/>
              <a:buChar char="•"/>
            </a:pPr>
            <a:r>
              <a:rPr lang="en-US" sz="1200" b="0" i="0" u="none" strike="noStrike" kern="1200" dirty="0">
                <a:solidFill>
                  <a:schemeClr val="tx1"/>
                </a:solidFill>
                <a:effectLst/>
                <a:latin typeface="+mn-lt"/>
                <a:ea typeface="+mn-ea"/>
                <a:cs typeface="+mn-cs"/>
              </a:rPr>
              <a:t>Casual # of riders peak: 346804 in September; Member # of riders peak: 474472 in September</a:t>
            </a:r>
          </a:p>
          <a:p>
            <a:pPr marL="171450" indent="-171450" rtl="0" fontAlgn="base">
              <a:buFont typeface="Arial" panose="020B0604020202020204" pitchFamily="34" charset="0"/>
              <a:buChar char="•"/>
            </a:pPr>
            <a:r>
              <a:rPr lang="en-US" sz="1200" b="0" i="0" u="none" strike="noStrike" kern="1200" dirty="0">
                <a:solidFill>
                  <a:schemeClr val="tx1"/>
                </a:solidFill>
                <a:effectLst/>
                <a:latin typeface="+mn-lt"/>
                <a:ea typeface="+mn-ea"/>
                <a:cs typeface="+mn-cs"/>
              </a:rPr>
              <a:t>Casual # of riders lowest: 24460 in January; Member # of riders lowest: 120413 in January</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66633B05-60F7-4233-A412-736D56B4791E}" type="slidenum">
              <a:rPr lang="en-US" smtClean="0"/>
              <a:t>8</a:t>
            </a:fld>
            <a:endParaRPr lang="en-US"/>
          </a:p>
        </p:txBody>
      </p:sp>
    </p:spTree>
    <p:extLst>
      <p:ext uri="{BB962C8B-B14F-4D97-AF65-F5344CB8AC3E}">
        <p14:creationId xmlns:p14="http://schemas.microsoft.com/office/powerpoint/2010/main" val="23377437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kern="1200" dirty="0">
                <a:solidFill>
                  <a:schemeClr val="tx1"/>
                </a:solidFill>
                <a:effectLst/>
                <a:latin typeface="+mn-lt"/>
                <a:ea typeface="+mn-ea"/>
                <a:cs typeface="+mn-cs"/>
              </a:rPr>
              <a:t>Overall, throughout 2024, casual riders had higher average ride length during the instances of max riders.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66633B05-60F7-4233-A412-736D56B4791E}" type="slidenum">
              <a:rPr lang="en-US" smtClean="0"/>
              <a:t>9</a:t>
            </a:fld>
            <a:endParaRPr lang="en-US"/>
          </a:p>
        </p:txBody>
      </p:sp>
    </p:spTree>
    <p:extLst>
      <p:ext uri="{BB962C8B-B14F-4D97-AF65-F5344CB8AC3E}">
        <p14:creationId xmlns:p14="http://schemas.microsoft.com/office/powerpoint/2010/main" val="23198204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i="0" u="none" strike="noStrike" kern="1200" dirty="0">
                <a:solidFill>
                  <a:schemeClr val="tx1"/>
                </a:solidFill>
                <a:effectLst/>
                <a:latin typeface="+mn-lt"/>
                <a:ea typeface="+mn-ea"/>
                <a:cs typeface="+mn-cs"/>
              </a:rPr>
              <a:t>Overall, throughout 2024, member riders had higher instances of max riders compared to casual riders.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kern="1200" dirty="0">
                <a:solidFill>
                  <a:schemeClr val="tx1"/>
                </a:solidFill>
                <a:effectLst/>
                <a:latin typeface="+mn-lt"/>
                <a:ea typeface="+mn-ea"/>
                <a:cs typeface="+mn-cs"/>
              </a:rPr>
              <a:t>Casual highest Max # of riders: 77329 in August; Member highest Max # of riders: 67845 in July</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66633B05-60F7-4233-A412-736D56B4791E}" type="slidenum">
              <a:rPr lang="en-US" smtClean="0"/>
              <a:t>10</a:t>
            </a:fld>
            <a:endParaRPr lang="en-US"/>
          </a:p>
        </p:txBody>
      </p:sp>
    </p:spTree>
    <p:extLst>
      <p:ext uri="{BB962C8B-B14F-4D97-AF65-F5344CB8AC3E}">
        <p14:creationId xmlns:p14="http://schemas.microsoft.com/office/powerpoint/2010/main" val="28394342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kern="1200" dirty="0">
                <a:solidFill>
                  <a:schemeClr val="tx1"/>
                </a:solidFill>
                <a:effectLst/>
                <a:latin typeface="+mn-lt"/>
                <a:ea typeface="+mn-ea"/>
                <a:cs typeface="+mn-cs"/>
              </a:rPr>
              <a:t>For casual riders, for the days of the month where the max amount of riders occurred, Saturday was the most frequent (7 times) (0 times for members)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66633B05-60F7-4233-A412-736D56B4791E}" type="slidenum">
              <a:rPr lang="en-US" smtClean="0"/>
              <a:t>11</a:t>
            </a:fld>
            <a:endParaRPr lang="en-US"/>
          </a:p>
        </p:txBody>
      </p:sp>
    </p:spTree>
    <p:extLst>
      <p:ext uri="{BB962C8B-B14F-4D97-AF65-F5344CB8AC3E}">
        <p14:creationId xmlns:p14="http://schemas.microsoft.com/office/powerpoint/2010/main" val="38811315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kern="1200" dirty="0">
                <a:solidFill>
                  <a:schemeClr val="tx1"/>
                </a:solidFill>
                <a:effectLst/>
                <a:latin typeface="+mn-lt"/>
                <a:ea typeface="+mn-ea"/>
                <a:cs typeface="+mn-cs"/>
              </a:rPr>
              <a:t>For member riders, Wednesday (5 times) (1 time for casual)</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66633B05-60F7-4233-A412-736D56B4791E}" type="slidenum">
              <a:rPr lang="en-US" smtClean="0"/>
              <a:t>12</a:t>
            </a:fld>
            <a:endParaRPr lang="en-US"/>
          </a:p>
        </p:txBody>
      </p:sp>
    </p:spTree>
    <p:extLst>
      <p:ext uri="{BB962C8B-B14F-4D97-AF65-F5344CB8AC3E}">
        <p14:creationId xmlns:p14="http://schemas.microsoft.com/office/powerpoint/2010/main" val="26119428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33B05-60F7-4233-A412-736D56B4791E}" type="slidenum">
              <a:rPr lang="en-US" smtClean="0"/>
              <a:t>19</a:t>
            </a:fld>
            <a:endParaRPr lang="en-US"/>
          </a:p>
        </p:txBody>
      </p:sp>
    </p:spTree>
    <p:extLst>
      <p:ext uri="{BB962C8B-B14F-4D97-AF65-F5344CB8AC3E}">
        <p14:creationId xmlns:p14="http://schemas.microsoft.com/office/powerpoint/2010/main" val="2283335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12/4/2025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0861652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12/4/2025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190069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12/4/2025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3240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12/4/2025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0785146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12/4/2025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627220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12/4/2025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12574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12/4/2025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92072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12/4/2025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21081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12/4/2025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9081192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12/4/2025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2693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12/4/2025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8530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12/4/2025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883135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0" r:id="rId6"/>
    <p:sldLayoutId id="2147483686" r:id="rId7"/>
    <p:sldLayoutId id="2147483687" r:id="rId8"/>
    <p:sldLayoutId id="2147483688" r:id="rId9"/>
    <p:sldLayoutId id="2147483689" r:id="rId10"/>
    <p:sldLayoutId id="2147483691"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slide" Target="slide20.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slide" Target="slide20.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slide" Target="slide20.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slide" Target="slide20.xml"/><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slide" Target="slide20.xml"/><Relationship Id="rId4" Type="http://schemas.openxmlformats.org/officeDocument/2006/relationships/chart" Target="../charts/chart5.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slide" Target="slide20.xml"/><Relationship Id="rId4" Type="http://schemas.openxmlformats.org/officeDocument/2006/relationships/chart" Target="../charts/chart6.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slide" Target="slide20.xml"/><Relationship Id="rId4" Type="http://schemas.openxmlformats.org/officeDocument/2006/relationships/chart" Target="../charts/char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18.xml"/><Relationship Id="rId3" Type="http://schemas.openxmlformats.org/officeDocument/2006/relationships/image" Target="../media/image2.png"/><Relationship Id="rId7" Type="http://schemas.openxmlformats.org/officeDocument/2006/relationships/slide" Target="slide9.xml"/><Relationship Id="rId12" Type="http://schemas.openxmlformats.org/officeDocument/2006/relationships/slide" Target="slide16.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slide" Target="slide8.xml"/><Relationship Id="rId11" Type="http://schemas.openxmlformats.org/officeDocument/2006/relationships/slide" Target="slide14.xml"/><Relationship Id="rId5" Type="http://schemas.openxmlformats.org/officeDocument/2006/relationships/slide" Target="slide7.xml"/><Relationship Id="rId10" Type="http://schemas.openxmlformats.org/officeDocument/2006/relationships/slide" Target="slide12.xml"/><Relationship Id="rId4" Type="http://schemas.openxmlformats.org/officeDocument/2006/relationships/slide" Target="slide6.xml"/><Relationship Id="rId9" Type="http://schemas.openxmlformats.org/officeDocument/2006/relationships/slide" Target="slide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rrows pointing up and arrows&#10;&#10;AI-generated content may be incorrect.">
            <a:extLst>
              <a:ext uri="{FF2B5EF4-FFF2-40B4-BE49-F238E27FC236}">
                <a16:creationId xmlns:a16="http://schemas.microsoft.com/office/drawing/2014/main" id="{77A7C9FB-61ED-9B40-D6AC-9FD41536356C}"/>
              </a:ext>
            </a:extLst>
          </p:cNvPr>
          <p:cNvPicPr>
            <a:picLocks noChangeAspect="1"/>
          </p:cNvPicPr>
          <p:nvPr/>
        </p:nvPicPr>
        <p:blipFill>
          <a:blip r:embed="rId2"/>
          <a:srcRect t="5309" b="21876"/>
          <a:stretch>
            <a:fillRect/>
          </a:stretch>
        </p:blipFill>
        <p:spPr>
          <a:xfrm flipH="1">
            <a:off x="1" y="10"/>
            <a:ext cx="12192000" cy="6857990"/>
          </a:xfrm>
          <a:prstGeom prst="rect">
            <a:avLst/>
          </a:prstGeom>
        </p:spPr>
      </p:pic>
      <p:sp useBgFill="1">
        <p:nvSpPr>
          <p:cNvPr id="12" name="Rectangle 11">
            <a:extLst>
              <a:ext uri="{FF2B5EF4-FFF2-40B4-BE49-F238E27FC236}">
                <a16:creationId xmlns:a16="http://schemas.microsoft.com/office/drawing/2014/main" id="{36136311-C81B-47C5-AE0A-5641A5A595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24436" y="1066800"/>
            <a:ext cx="4389120" cy="47244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7F48893-81E7-2873-B171-E23D1C6959F1}"/>
              </a:ext>
            </a:extLst>
          </p:cNvPr>
          <p:cNvSpPr txBox="1"/>
          <p:nvPr/>
        </p:nvSpPr>
        <p:spPr>
          <a:xfrm>
            <a:off x="7730487" y="1562101"/>
            <a:ext cx="3551402" cy="2738530"/>
          </a:xfrm>
          <a:prstGeom prst="rect">
            <a:avLst/>
          </a:prstGeom>
        </p:spPr>
        <p:txBody>
          <a:bodyPr vert="horz" lIns="91440" tIns="45720" rIns="91440" bIns="45720" rtlCol="0" anchor="t">
            <a:normAutofit fontScale="92500"/>
          </a:bodyPr>
          <a:lstStyle/>
          <a:p>
            <a:pPr algn="ctr" defTabSz="914400">
              <a:lnSpc>
                <a:spcPct val="90000"/>
              </a:lnSpc>
              <a:spcBef>
                <a:spcPct val="0"/>
              </a:spcBef>
              <a:spcAft>
                <a:spcPts val="600"/>
              </a:spcAft>
            </a:pPr>
            <a:r>
              <a:rPr lang="en-US" sz="4800" b="1" kern="1200" dirty="0">
                <a:solidFill>
                  <a:schemeClr val="tx1"/>
                </a:solidFill>
                <a:latin typeface="+mj-lt"/>
                <a:ea typeface="+mj-ea"/>
                <a:cs typeface="+mj-cs"/>
              </a:rPr>
              <a:t>Cyclistic Case Study:</a:t>
            </a:r>
          </a:p>
          <a:p>
            <a:pPr algn="ctr" defTabSz="914400">
              <a:lnSpc>
                <a:spcPct val="90000"/>
              </a:lnSpc>
              <a:spcBef>
                <a:spcPct val="0"/>
              </a:spcBef>
              <a:spcAft>
                <a:spcPts val="600"/>
              </a:spcAft>
            </a:pPr>
            <a:r>
              <a:rPr lang="en-US" sz="4800" b="1" kern="1200" dirty="0">
                <a:solidFill>
                  <a:schemeClr val="tx1"/>
                </a:solidFill>
                <a:latin typeface="+mj-lt"/>
                <a:ea typeface="+mj-ea"/>
                <a:cs typeface="+mj-cs"/>
              </a:rPr>
              <a:t>Data Analysis Presentation</a:t>
            </a:r>
          </a:p>
        </p:txBody>
      </p:sp>
      <p:sp>
        <p:nvSpPr>
          <p:cNvPr id="4" name="TextBox 3">
            <a:extLst>
              <a:ext uri="{FF2B5EF4-FFF2-40B4-BE49-F238E27FC236}">
                <a16:creationId xmlns:a16="http://schemas.microsoft.com/office/drawing/2014/main" id="{003B70B1-FEF5-2E1E-C0CB-F6CADBEEE80A}"/>
              </a:ext>
            </a:extLst>
          </p:cNvPr>
          <p:cNvSpPr txBox="1"/>
          <p:nvPr/>
        </p:nvSpPr>
        <p:spPr>
          <a:xfrm>
            <a:off x="7730487" y="4358566"/>
            <a:ext cx="3579790" cy="875824"/>
          </a:xfrm>
          <a:prstGeom prst="rect">
            <a:avLst/>
          </a:prstGeom>
        </p:spPr>
        <p:txBody>
          <a:bodyPr vert="horz" lIns="91440" tIns="45720" rIns="91440" bIns="45720" rtlCol="0" anchor="b">
            <a:normAutofit lnSpcReduction="10000"/>
          </a:bodyPr>
          <a:lstStyle/>
          <a:p>
            <a:pPr algn="ctr" defTabSz="914400">
              <a:lnSpc>
                <a:spcPct val="130000"/>
              </a:lnSpc>
              <a:spcBef>
                <a:spcPts val="1000"/>
              </a:spcBef>
              <a:buSzPct val="87000"/>
            </a:pPr>
            <a:r>
              <a:rPr lang="en-US" b="1" cap="all" spc="300" dirty="0"/>
              <a:t>Elijah Borque </a:t>
            </a:r>
          </a:p>
          <a:p>
            <a:pPr algn="ctr" defTabSz="914400">
              <a:lnSpc>
                <a:spcPct val="130000"/>
              </a:lnSpc>
              <a:spcBef>
                <a:spcPts val="1000"/>
              </a:spcBef>
              <a:buSzPct val="87000"/>
            </a:pPr>
            <a:r>
              <a:rPr lang="en-US" b="1" cap="all" spc="300" dirty="0"/>
              <a:t>Junior Data Analyst</a:t>
            </a:r>
          </a:p>
        </p:txBody>
      </p:sp>
      <p:cxnSp>
        <p:nvCxnSpPr>
          <p:cNvPr id="14" name="Straight Connector 13">
            <a:extLst>
              <a:ext uri="{FF2B5EF4-FFF2-40B4-BE49-F238E27FC236}">
                <a16:creationId xmlns:a16="http://schemas.microsoft.com/office/drawing/2014/main" id="{7CC73A33-65FF-41A9-A3B0-006753CD10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324436" y="5780876"/>
            <a:ext cx="4389120"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1AFA581C-D656-1931-F19E-60C8E6F63E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7567" y="1055966"/>
            <a:ext cx="4768558" cy="4724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52274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rrows pointing up and arrows&#10;&#10;AI-generated content may be incorrect.">
            <a:extLst>
              <a:ext uri="{FF2B5EF4-FFF2-40B4-BE49-F238E27FC236}">
                <a16:creationId xmlns:a16="http://schemas.microsoft.com/office/drawing/2014/main" id="{B05E59C3-8DE3-113A-352B-DC59ADB5FE57}"/>
              </a:ext>
            </a:extLst>
          </p:cNvPr>
          <p:cNvPicPr>
            <a:picLocks noChangeAspect="1"/>
          </p:cNvPicPr>
          <p:nvPr/>
        </p:nvPicPr>
        <p:blipFill>
          <a:blip r:embed="rId2"/>
          <a:srcRect t="5309" b="21876"/>
          <a:stretch>
            <a:fillRect/>
          </a:stretch>
        </p:blipFill>
        <p:spPr>
          <a:xfrm flipH="1">
            <a:off x="0" y="10"/>
            <a:ext cx="12192000" cy="6857990"/>
          </a:xfrm>
          <a:prstGeom prst="rect">
            <a:avLst/>
          </a:prstGeom>
        </p:spPr>
      </p:pic>
      <p:pic>
        <p:nvPicPr>
          <p:cNvPr id="3" name="Picture 2">
            <a:extLst>
              <a:ext uri="{FF2B5EF4-FFF2-40B4-BE49-F238E27FC236}">
                <a16:creationId xmlns:a16="http://schemas.microsoft.com/office/drawing/2014/main" id="{43F07850-6501-1DCA-155C-CE41D0B920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7567" y="1055966"/>
            <a:ext cx="4768558" cy="472491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96F06CA6-F4D0-ECD6-8C2C-B58370F4351E}"/>
              </a:ext>
            </a:extLst>
          </p:cNvPr>
          <p:cNvSpPr/>
          <p:nvPr/>
        </p:nvSpPr>
        <p:spPr>
          <a:xfrm>
            <a:off x="6215921" y="404734"/>
            <a:ext cx="5666282" cy="989351"/>
          </a:xfrm>
          <a:prstGeom prst="rect">
            <a:avLst/>
          </a:prstGeom>
          <a:solidFill>
            <a:schemeClr val="bg1"/>
          </a:solid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dirty="0">
              <a:solidFill>
                <a:schemeClr val="tx1"/>
              </a:solidFill>
              <a:latin typeface="+mj-lt"/>
            </a:endParaRPr>
          </a:p>
        </p:txBody>
      </p:sp>
      <p:sp>
        <p:nvSpPr>
          <p:cNvPr id="8" name="TextBox 7">
            <a:extLst>
              <a:ext uri="{FF2B5EF4-FFF2-40B4-BE49-F238E27FC236}">
                <a16:creationId xmlns:a16="http://schemas.microsoft.com/office/drawing/2014/main" id="{E61E0FC2-D215-F1EB-AC41-12B056CC06E0}"/>
              </a:ext>
            </a:extLst>
          </p:cNvPr>
          <p:cNvSpPr txBox="1"/>
          <p:nvPr/>
        </p:nvSpPr>
        <p:spPr>
          <a:xfrm>
            <a:off x="6808032" y="532746"/>
            <a:ext cx="4482059" cy="1046440"/>
          </a:xfrm>
          <a:prstGeom prst="rect">
            <a:avLst/>
          </a:prstGeom>
          <a:noFill/>
        </p:spPr>
        <p:txBody>
          <a:bodyPr wrap="square" rtlCol="0">
            <a:spAutoFit/>
          </a:bodyPr>
          <a:lstStyle/>
          <a:p>
            <a:r>
              <a:rPr lang="en-US" sz="4400" b="1" u="sng" dirty="0">
                <a:latin typeface="+mj-lt"/>
              </a:rPr>
              <a:t>What is Cyclistic?</a:t>
            </a:r>
          </a:p>
          <a:p>
            <a:endParaRPr lang="en-US" dirty="0"/>
          </a:p>
        </p:txBody>
      </p:sp>
    </p:spTree>
    <p:extLst>
      <p:ext uri="{BB962C8B-B14F-4D97-AF65-F5344CB8AC3E}">
        <p14:creationId xmlns:p14="http://schemas.microsoft.com/office/powerpoint/2010/main" val="42684008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1847D-9EAC-48FF-4033-AA6181D1CAE1}"/>
            </a:ext>
          </a:extLst>
        </p:cNvPr>
        <p:cNvGrpSpPr/>
        <p:nvPr/>
      </p:nvGrpSpPr>
      <p:grpSpPr>
        <a:xfrm>
          <a:off x="0" y="0"/>
          <a:ext cx="0" cy="0"/>
          <a:chOff x="0" y="0"/>
          <a:chExt cx="0" cy="0"/>
        </a:xfrm>
      </p:grpSpPr>
      <p:pic>
        <p:nvPicPr>
          <p:cNvPr id="2" name="Picture 1" descr="Arrows pointing up and arrows&#10;&#10;AI-generated content may be incorrect.">
            <a:extLst>
              <a:ext uri="{FF2B5EF4-FFF2-40B4-BE49-F238E27FC236}">
                <a16:creationId xmlns:a16="http://schemas.microsoft.com/office/drawing/2014/main" id="{24912BC3-DFCD-BE09-CE43-341CC31B72D0}"/>
              </a:ext>
            </a:extLst>
          </p:cNvPr>
          <p:cNvPicPr>
            <a:picLocks noChangeAspect="1"/>
          </p:cNvPicPr>
          <p:nvPr/>
        </p:nvPicPr>
        <p:blipFill>
          <a:blip r:embed="rId2"/>
          <a:srcRect t="5309" b="21876"/>
          <a:stretch>
            <a:fillRect/>
          </a:stretch>
        </p:blipFill>
        <p:spPr>
          <a:xfrm flipH="1">
            <a:off x="0" y="10"/>
            <a:ext cx="12192000" cy="6857990"/>
          </a:xfrm>
          <a:prstGeom prst="rect">
            <a:avLst/>
          </a:prstGeom>
        </p:spPr>
      </p:pic>
      <p:pic>
        <p:nvPicPr>
          <p:cNvPr id="3" name="Picture 2">
            <a:extLst>
              <a:ext uri="{FF2B5EF4-FFF2-40B4-BE49-F238E27FC236}">
                <a16:creationId xmlns:a16="http://schemas.microsoft.com/office/drawing/2014/main" id="{525F9ED6-87CB-7DB4-2234-60AD5BF739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7567" y="1055966"/>
            <a:ext cx="4768558" cy="472491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0F535A93-8267-9D8C-6306-0FDDC0075E88}"/>
              </a:ext>
            </a:extLst>
          </p:cNvPr>
          <p:cNvSpPr/>
          <p:nvPr/>
        </p:nvSpPr>
        <p:spPr>
          <a:xfrm>
            <a:off x="6215921" y="404734"/>
            <a:ext cx="5666282" cy="5861155"/>
          </a:xfrm>
          <a:prstGeom prst="rect">
            <a:avLst/>
          </a:prstGeom>
          <a:solidFill>
            <a:schemeClr val="bg1"/>
          </a:solid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dirty="0">
              <a:solidFill>
                <a:schemeClr val="tx1"/>
              </a:solidFill>
              <a:latin typeface="+mj-lt"/>
            </a:endParaRPr>
          </a:p>
        </p:txBody>
      </p:sp>
      <p:sp>
        <p:nvSpPr>
          <p:cNvPr id="4" name="TextBox 3">
            <a:extLst>
              <a:ext uri="{FF2B5EF4-FFF2-40B4-BE49-F238E27FC236}">
                <a16:creationId xmlns:a16="http://schemas.microsoft.com/office/drawing/2014/main" id="{C10B7935-ED32-CA10-4BEA-B10BC168EF6E}"/>
              </a:ext>
            </a:extLst>
          </p:cNvPr>
          <p:cNvSpPr txBox="1"/>
          <p:nvPr/>
        </p:nvSpPr>
        <p:spPr>
          <a:xfrm>
            <a:off x="6808032" y="532746"/>
            <a:ext cx="4482059" cy="1046440"/>
          </a:xfrm>
          <a:prstGeom prst="rect">
            <a:avLst/>
          </a:prstGeom>
          <a:noFill/>
        </p:spPr>
        <p:txBody>
          <a:bodyPr wrap="square" rtlCol="0">
            <a:spAutoFit/>
          </a:bodyPr>
          <a:lstStyle/>
          <a:p>
            <a:r>
              <a:rPr lang="en-US" sz="4400" b="1" u="sng" dirty="0">
                <a:latin typeface="+mj-lt"/>
              </a:rPr>
              <a:t>What is Cyclistic?</a:t>
            </a:r>
          </a:p>
          <a:p>
            <a:endParaRPr lang="en-US" dirty="0"/>
          </a:p>
        </p:txBody>
      </p:sp>
      <p:sp>
        <p:nvSpPr>
          <p:cNvPr id="5" name="TextBox 4">
            <a:extLst>
              <a:ext uri="{FF2B5EF4-FFF2-40B4-BE49-F238E27FC236}">
                <a16:creationId xmlns:a16="http://schemas.microsoft.com/office/drawing/2014/main" id="{EB23E74F-5C9E-10D9-6A71-EB58A1D249AD}"/>
              </a:ext>
            </a:extLst>
          </p:cNvPr>
          <p:cNvSpPr txBox="1"/>
          <p:nvPr/>
        </p:nvSpPr>
        <p:spPr>
          <a:xfrm>
            <a:off x="6278379" y="1379671"/>
            <a:ext cx="5541364" cy="4401205"/>
          </a:xfrm>
          <a:prstGeom prst="rect">
            <a:avLst/>
          </a:prstGeom>
          <a:noFill/>
        </p:spPr>
        <p:txBody>
          <a:bodyPr wrap="square" rtlCol="0">
            <a:spAutoFit/>
          </a:bodyPr>
          <a:lstStyle/>
          <a:p>
            <a:pPr marL="342900" indent="-342900">
              <a:buFont typeface="Arial" panose="020B0604020202020204" pitchFamily="34" charset="0"/>
              <a:buChar char="•"/>
            </a:pPr>
            <a:r>
              <a:rPr lang="en-US" sz="2000" dirty="0"/>
              <a:t>Cyclistic is a </a:t>
            </a:r>
            <a:r>
              <a:rPr lang="en-US" sz="2000" b="1" u="sng" dirty="0"/>
              <a:t>bike-share company</a:t>
            </a:r>
            <a:r>
              <a:rPr lang="en-US" sz="2000" dirty="0"/>
              <a:t> based in  Chicago.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Cyclistic features more than </a:t>
            </a:r>
            <a:r>
              <a:rPr lang="en-US" sz="2000" b="1" u="sng" dirty="0"/>
              <a:t>5,800 bicycles </a:t>
            </a:r>
            <a:r>
              <a:rPr lang="en-US" sz="2000" dirty="0"/>
              <a:t>and </a:t>
            </a:r>
            <a:r>
              <a:rPr lang="en-US" sz="2000" b="1" u="sng" dirty="0"/>
              <a:t>600 docking stations</a:t>
            </a:r>
            <a:r>
              <a:rPr lang="en-US" sz="2000" dirty="0"/>
              <a:t>.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Besides the traditional bicycle, Cyclistic offers </a:t>
            </a:r>
            <a:r>
              <a:rPr lang="en-US" sz="2000" b="1" u="sng" dirty="0"/>
              <a:t>reclining bikes</a:t>
            </a:r>
            <a:r>
              <a:rPr lang="en-US" sz="2000" b="1" dirty="0"/>
              <a:t>, </a:t>
            </a:r>
            <a:r>
              <a:rPr lang="en-US" sz="2000" b="1" u="sng" dirty="0"/>
              <a:t>hand tricycles</a:t>
            </a:r>
            <a:r>
              <a:rPr lang="en-US" sz="2000" b="1" dirty="0"/>
              <a:t>,</a:t>
            </a:r>
            <a:r>
              <a:rPr lang="en-US" sz="2000" dirty="0"/>
              <a:t> and </a:t>
            </a:r>
            <a:r>
              <a:rPr lang="en-US" sz="2000" b="1" u="sng" dirty="0"/>
              <a:t>cargo bikes</a:t>
            </a:r>
            <a:r>
              <a:rPr lang="en-US" sz="2000" dirty="0"/>
              <a: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Cyclistic aims to make bike-share </a:t>
            </a:r>
            <a:r>
              <a:rPr lang="en-US" sz="2000" b="1" u="sng" dirty="0"/>
              <a:t>more inclusive</a:t>
            </a:r>
            <a:r>
              <a:rPr lang="en-US" sz="2000" dirty="0"/>
              <a:t> to people with disabilities and riders who can’t use a standard two-wheeled bike.</a:t>
            </a:r>
          </a:p>
        </p:txBody>
      </p:sp>
    </p:spTree>
    <p:extLst>
      <p:ext uri="{BB962C8B-B14F-4D97-AF65-F5344CB8AC3E}">
        <p14:creationId xmlns:p14="http://schemas.microsoft.com/office/powerpoint/2010/main" val="1015675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fade">
                                      <p:cBhvr>
                                        <p:cTn id="2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rrows pointing up and arrows&#10;&#10;AI-generated content may be incorrect.">
            <a:extLst>
              <a:ext uri="{FF2B5EF4-FFF2-40B4-BE49-F238E27FC236}">
                <a16:creationId xmlns:a16="http://schemas.microsoft.com/office/drawing/2014/main" id="{A4AC0460-6DB4-AE48-C9DB-7F60692719F4}"/>
              </a:ext>
            </a:extLst>
          </p:cNvPr>
          <p:cNvPicPr>
            <a:picLocks noChangeAspect="1"/>
          </p:cNvPicPr>
          <p:nvPr/>
        </p:nvPicPr>
        <p:blipFill>
          <a:blip r:embed="rId2"/>
          <a:srcRect t="5309" b="21876"/>
          <a:stretch>
            <a:fillRect/>
          </a:stretch>
        </p:blipFill>
        <p:spPr>
          <a:xfrm flipH="1">
            <a:off x="0" y="10"/>
            <a:ext cx="12192000" cy="6857990"/>
          </a:xfrm>
          <a:prstGeom prst="rect">
            <a:avLst/>
          </a:prstGeom>
        </p:spPr>
      </p:pic>
      <p:pic>
        <p:nvPicPr>
          <p:cNvPr id="3" name="Picture 2">
            <a:extLst>
              <a:ext uri="{FF2B5EF4-FFF2-40B4-BE49-F238E27FC236}">
                <a16:creationId xmlns:a16="http://schemas.microsoft.com/office/drawing/2014/main" id="{080F5186-45BD-5E66-6E99-B69B4ED2D9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12840" y="5590536"/>
            <a:ext cx="1279160" cy="126745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F7BDB042-C345-5415-638C-122DD67019A8}"/>
              </a:ext>
            </a:extLst>
          </p:cNvPr>
          <p:cNvSpPr/>
          <p:nvPr/>
        </p:nvSpPr>
        <p:spPr>
          <a:xfrm>
            <a:off x="2101121" y="435181"/>
            <a:ext cx="7989757" cy="989351"/>
          </a:xfrm>
          <a:prstGeom prst="rect">
            <a:avLst/>
          </a:prstGeom>
          <a:solidFill>
            <a:schemeClr val="bg1"/>
          </a:solid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dirty="0">
              <a:solidFill>
                <a:schemeClr val="tx1"/>
              </a:solidFill>
              <a:latin typeface="+mj-lt"/>
            </a:endParaRPr>
          </a:p>
        </p:txBody>
      </p:sp>
      <p:sp>
        <p:nvSpPr>
          <p:cNvPr id="4" name="TextBox 3">
            <a:extLst>
              <a:ext uri="{FF2B5EF4-FFF2-40B4-BE49-F238E27FC236}">
                <a16:creationId xmlns:a16="http://schemas.microsoft.com/office/drawing/2014/main" id="{FB24DBA6-6F82-C96A-DE7F-BDF047DEE5D3}"/>
              </a:ext>
            </a:extLst>
          </p:cNvPr>
          <p:cNvSpPr txBox="1"/>
          <p:nvPr/>
        </p:nvSpPr>
        <p:spPr>
          <a:xfrm>
            <a:off x="2438399" y="578048"/>
            <a:ext cx="7315199" cy="733595"/>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4400" b="1" u="sng" kern="1200" dirty="0">
                <a:solidFill>
                  <a:schemeClr val="tx1"/>
                </a:solidFill>
                <a:latin typeface="+mj-lt"/>
                <a:ea typeface="+mj-ea"/>
                <a:cs typeface="+mj-cs"/>
              </a:rPr>
              <a:t>What needs to be found out?</a:t>
            </a:r>
          </a:p>
        </p:txBody>
      </p:sp>
    </p:spTree>
    <p:extLst>
      <p:ext uri="{BB962C8B-B14F-4D97-AF65-F5344CB8AC3E}">
        <p14:creationId xmlns:p14="http://schemas.microsoft.com/office/powerpoint/2010/main" val="885624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2175A-0ED8-BDF1-64D2-CEBC7FF7D5BC}"/>
            </a:ext>
          </a:extLst>
        </p:cNvPr>
        <p:cNvGrpSpPr/>
        <p:nvPr/>
      </p:nvGrpSpPr>
      <p:grpSpPr>
        <a:xfrm>
          <a:off x="0" y="0"/>
          <a:ext cx="0" cy="0"/>
          <a:chOff x="0" y="0"/>
          <a:chExt cx="0" cy="0"/>
        </a:xfrm>
      </p:grpSpPr>
      <p:pic>
        <p:nvPicPr>
          <p:cNvPr id="2" name="Picture 1" descr="Arrows pointing up and arrows&#10;&#10;AI-generated content may be incorrect.">
            <a:extLst>
              <a:ext uri="{FF2B5EF4-FFF2-40B4-BE49-F238E27FC236}">
                <a16:creationId xmlns:a16="http://schemas.microsoft.com/office/drawing/2014/main" id="{EAFE0F91-DE59-B06D-6C44-9485211C8147}"/>
              </a:ext>
            </a:extLst>
          </p:cNvPr>
          <p:cNvPicPr>
            <a:picLocks noChangeAspect="1"/>
          </p:cNvPicPr>
          <p:nvPr/>
        </p:nvPicPr>
        <p:blipFill>
          <a:blip r:embed="rId2"/>
          <a:srcRect t="5309" b="21876"/>
          <a:stretch>
            <a:fillRect/>
          </a:stretch>
        </p:blipFill>
        <p:spPr>
          <a:xfrm flipH="1">
            <a:off x="0" y="10"/>
            <a:ext cx="12192000" cy="6857990"/>
          </a:xfrm>
          <a:prstGeom prst="rect">
            <a:avLst/>
          </a:prstGeom>
        </p:spPr>
      </p:pic>
      <p:pic>
        <p:nvPicPr>
          <p:cNvPr id="3" name="Picture 2">
            <a:extLst>
              <a:ext uri="{FF2B5EF4-FFF2-40B4-BE49-F238E27FC236}">
                <a16:creationId xmlns:a16="http://schemas.microsoft.com/office/drawing/2014/main" id="{363F71DB-6E83-1370-5FA4-D807309CE9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12840" y="5590536"/>
            <a:ext cx="1279160" cy="126745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C1B55F99-F47D-F2D4-B969-0DB0045D5A7B}"/>
              </a:ext>
            </a:extLst>
          </p:cNvPr>
          <p:cNvSpPr/>
          <p:nvPr/>
        </p:nvSpPr>
        <p:spPr>
          <a:xfrm>
            <a:off x="2101121" y="435181"/>
            <a:ext cx="7989757" cy="6085540"/>
          </a:xfrm>
          <a:prstGeom prst="rect">
            <a:avLst/>
          </a:prstGeom>
          <a:solidFill>
            <a:schemeClr val="bg1"/>
          </a:solid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dirty="0">
              <a:solidFill>
                <a:schemeClr val="tx1"/>
              </a:solidFill>
              <a:latin typeface="+mj-lt"/>
            </a:endParaRPr>
          </a:p>
        </p:txBody>
      </p:sp>
      <p:sp>
        <p:nvSpPr>
          <p:cNvPr id="4" name="TextBox 3">
            <a:extLst>
              <a:ext uri="{FF2B5EF4-FFF2-40B4-BE49-F238E27FC236}">
                <a16:creationId xmlns:a16="http://schemas.microsoft.com/office/drawing/2014/main" id="{D6E14548-F773-8EDD-67C3-7B01E0BE5B10}"/>
              </a:ext>
            </a:extLst>
          </p:cNvPr>
          <p:cNvSpPr txBox="1"/>
          <p:nvPr/>
        </p:nvSpPr>
        <p:spPr>
          <a:xfrm>
            <a:off x="2438400" y="661669"/>
            <a:ext cx="7315199" cy="733595"/>
          </a:xfrm>
          <a:prstGeom prst="rect">
            <a:avLst/>
          </a:prstGeom>
        </p:spPr>
        <p:txBody>
          <a:bodyPr vert="horz" lIns="91440" tIns="45720" rIns="91440" bIns="45720" rtlCol="0" anchor="t">
            <a:normAutofit lnSpcReduction="10000"/>
          </a:bodyPr>
          <a:lstStyle/>
          <a:p>
            <a:pPr algn="ctr" defTabSz="914400">
              <a:lnSpc>
                <a:spcPct val="90000"/>
              </a:lnSpc>
              <a:spcBef>
                <a:spcPct val="0"/>
              </a:spcBef>
              <a:spcAft>
                <a:spcPts val="600"/>
              </a:spcAft>
            </a:pPr>
            <a:r>
              <a:rPr lang="en-US" sz="4400" b="1" u="sng" kern="1200" dirty="0">
                <a:solidFill>
                  <a:schemeClr val="tx1"/>
                </a:solidFill>
                <a:latin typeface="+mj-lt"/>
                <a:ea typeface="+mj-ea"/>
                <a:cs typeface="+mj-cs"/>
              </a:rPr>
              <a:t>What needs to be found out?</a:t>
            </a:r>
          </a:p>
          <a:p>
            <a:pPr algn="ctr" defTabSz="914400">
              <a:lnSpc>
                <a:spcPct val="90000"/>
              </a:lnSpc>
              <a:spcBef>
                <a:spcPct val="0"/>
              </a:spcBef>
              <a:spcAft>
                <a:spcPts val="600"/>
              </a:spcAft>
            </a:pPr>
            <a:endParaRPr lang="en-US" sz="4400" b="1" kern="1200" dirty="0">
              <a:solidFill>
                <a:schemeClr val="tx1"/>
              </a:solidFill>
              <a:latin typeface="+mj-lt"/>
              <a:ea typeface="+mj-ea"/>
              <a:cs typeface="+mj-cs"/>
            </a:endParaRPr>
          </a:p>
        </p:txBody>
      </p:sp>
      <p:sp>
        <p:nvSpPr>
          <p:cNvPr id="6" name="TextBox 5">
            <a:extLst>
              <a:ext uri="{FF2B5EF4-FFF2-40B4-BE49-F238E27FC236}">
                <a16:creationId xmlns:a16="http://schemas.microsoft.com/office/drawing/2014/main" id="{4A7AA02C-8430-7214-6361-6074F329E7A6}"/>
              </a:ext>
            </a:extLst>
          </p:cNvPr>
          <p:cNvSpPr txBox="1"/>
          <p:nvPr/>
        </p:nvSpPr>
        <p:spPr>
          <a:xfrm>
            <a:off x="3563283" y="1470214"/>
            <a:ext cx="5065430" cy="523220"/>
          </a:xfrm>
          <a:prstGeom prst="rect">
            <a:avLst/>
          </a:prstGeom>
          <a:noFill/>
        </p:spPr>
        <p:txBody>
          <a:bodyPr wrap="square" rtlCol="0">
            <a:spAutoFit/>
          </a:bodyPr>
          <a:lstStyle/>
          <a:p>
            <a:r>
              <a:rPr lang="en-US" sz="2800" b="1" dirty="0"/>
              <a:t>What is the difference between:</a:t>
            </a:r>
          </a:p>
        </p:txBody>
      </p:sp>
      <p:sp>
        <p:nvSpPr>
          <p:cNvPr id="8" name="TextBox 7">
            <a:extLst>
              <a:ext uri="{FF2B5EF4-FFF2-40B4-BE49-F238E27FC236}">
                <a16:creationId xmlns:a16="http://schemas.microsoft.com/office/drawing/2014/main" id="{9BF9E7CB-A12D-55FC-D4F4-7EE1A6BA1967}"/>
              </a:ext>
            </a:extLst>
          </p:cNvPr>
          <p:cNvSpPr txBox="1"/>
          <p:nvPr/>
        </p:nvSpPr>
        <p:spPr>
          <a:xfrm>
            <a:off x="2965555" y="2410103"/>
            <a:ext cx="2343463" cy="523220"/>
          </a:xfrm>
          <a:prstGeom prst="rect">
            <a:avLst/>
          </a:prstGeom>
          <a:noFill/>
        </p:spPr>
        <p:txBody>
          <a:bodyPr wrap="square" rtlCol="0">
            <a:spAutoFit/>
          </a:bodyPr>
          <a:lstStyle/>
          <a:p>
            <a:r>
              <a:rPr lang="en-US" sz="2800" b="1" dirty="0"/>
              <a:t>Casual Riders</a:t>
            </a:r>
          </a:p>
        </p:txBody>
      </p:sp>
      <p:sp>
        <p:nvSpPr>
          <p:cNvPr id="9" name="TextBox 8">
            <a:extLst>
              <a:ext uri="{FF2B5EF4-FFF2-40B4-BE49-F238E27FC236}">
                <a16:creationId xmlns:a16="http://schemas.microsoft.com/office/drawing/2014/main" id="{36C3D8D3-522B-5401-41B2-AC10CCBB4F5E}"/>
              </a:ext>
            </a:extLst>
          </p:cNvPr>
          <p:cNvSpPr txBox="1"/>
          <p:nvPr/>
        </p:nvSpPr>
        <p:spPr>
          <a:xfrm>
            <a:off x="6882984" y="2410103"/>
            <a:ext cx="2610788" cy="523220"/>
          </a:xfrm>
          <a:prstGeom prst="rect">
            <a:avLst/>
          </a:prstGeom>
          <a:noFill/>
        </p:spPr>
        <p:txBody>
          <a:bodyPr wrap="square" rtlCol="0">
            <a:spAutoFit/>
          </a:bodyPr>
          <a:lstStyle/>
          <a:p>
            <a:r>
              <a:rPr lang="en-US" sz="2800" b="1" dirty="0"/>
              <a:t>Member Riders</a:t>
            </a:r>
          </a:p>
        </p:txBody>
      </p:sp>
      <p:sp>
        <p:nvSpPr>
          <p:cNvPr id="11" name="TextBox 10">
            <a:extLst>
              <a:ext uri="{FF2B5EF4-FFF2-40B4-BE49-F238E27FC236}">
                <a16:creationId xmlns:a16="http://schemas.microsoft.com/office/drawing/2014/main" id="{64468318-F3A7-4770-B195-39867176B618}"/>
              </a:ext>
            </a:extLst>
          </p:cNvPr>
          <p:cNvSpPr txBox="1"/>
          <p:nvPr/>
        </p:nvSpPr>
        <p:spPr>
          <a:xfrm>
            <a:off x="1988690" y="4622343"/>
            <a:ext cx="8214616" cy="1323439"/>
          </a:xfrm>
          <a:prstGeom prst="rect">
            <a:avLst/>
          </a:prstGeom>
          <a:noFill/>
        </p:spPr>
        <p:txBody>
          <a:bodyPr wrap="square" rtlCol="0">
            <a:spAutoFit/>
          </a:bodyPr>
          <a:lstStyle/>
          <a:p>
            <a:pPr algn="ctr"/>
            <a:r>
              <a:rPr lang="en-US" sz="4000" b="1" i="1" dirty="0"/>
              <a:t>How do annual members and casual riders use Cyclistic bikes differently? </a:t>
            </a:r>
          </a:p>
        </p:txBody>
      </p:sp>
      <p:pic>
        <p:nvPicPr>
          <p:cNvPr id="17" name="Graphic 16" descr="Employee badge with solid fill">
            <a:extLst>
              <a:ext uri="{FF2B5EF4-FFF2-40B4-BE49-F238E27FC236}">
                <a16:creationId xmlns:a16="http://schemas.microsoft.com/office/drawing/2014/main" id="{03997A11-6E1F-3BDA-1A95-44D0035F9E5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84462" y="2909912"/>
            <a:ext cx="1407832" cy="1407832"/>
          </a:xfrm>
          <a:prstGeom prst="rect">
            <a:avLst/>
          </a:prstGeom>
        </p:spPr>
      </p:pic>
      <p:pic>
        <p:nvPicPr>
          <p:cNvPr id="19" name="Graphic 18" descr="Target Audience with solid fill">
            <a:extLst>
              <a:ext uri="{FF2B5EF4-FFF2-40B4-BE49-F238E27FC236}">
                <a16:creationId xmlns:a16="http://schemas.microsoft.com/office/drawing/2014/main" id="{A22C0A21-871A-22CD-665A-E4E6977F0C6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353282" y="2829825"/>
            <a:ext cx="1568007" cy="1568007"/>
          </a:xfrm>
          <a:prstGeom prst="rect">
            <a:avLst/>
          </a:prstGeom>
        </p:spPr>
      </p:pic>
    </p:spTree>
    <p:extLst>
      <p:ext uri="{BB962C8B-B14F-4D97-AF65-F5344CB8AC3E}">
        <p14:creationId xmlns:p14="http://schemas.microsoft.com/office/powerpoint/2010/main" val="17398115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500"/>
                                        <p:tgtEl>
                                          <p:spTgt spid="8">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xEl>
                                              <p:pRg st="0" end="0"/>
                                            </p:txEl>
                                          </p:spTgt>
                                        </p:tgtEl>
                                        <p:attrNameLst>
                                          <p:attrName>style.visibility</p:attrName>
                                        </p:attrNameLst>
                                      </p:cBhvr>
                                      <p:to>
                                        <p:strVal val="visible"/>
                                      </p:to>
                                    </p:set>
                                    <p:animEffect transition="in" filter="fade">
                                      <p:cBhvr>
                                        <p:cTn id="20" dur="500"/>
                                        <p:tgtEl>
                                          <p:spTgt spid="9">
                                            <p:txEl>
                                              <p:pRg st="0" end="0"/>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1">
                                            <p:txEl>
                                              <p:pRg st="0" end="0"/>
                                            </p:txEl>
                                          </p:spTgt>
                                        </p:tgtEl>
                                        <p:attrNameLst>
                                          <p:attrName>style.visibility</p:attrName>
                                        </p:attrNameLst>
                                      </p:cBhvr>
                                      <p:to>
                                        <p:strVal val="visible"/>
                                      </p:to>
                                    </p:set>
                                    <p:anim calcmode="lin" valueType="num">
                                      <p:cBhvr additive="base">
                                        <p:cTn id="28"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8" grpId="0" build="allAtOnce"/>
      <p:bldP spid="9" grpId="0" build="allAtOnce"/>
      <p:bldP spid="11" grpId="0" build="allAtOnce"/>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0EA26-BD19-0BFB-8425-6D6346AA8E40}"/>
            </a:ext>
          </a:extLst>
        </p:cNvPr>
        <p:cNvGrpSpPr/>
        <p:nvPr/>
      </p:nvGrpSpPr>
      <p:grpSpPr>
        <a:xfrm>
          <a:off x="0" y="0"/>
          <a:ext cx="0" cy="0"/>
          <a:chOff x="0" y="0"/>
          <a:chExt cx="0" cy="0"/>
        </a:xfrm>
      </p:grpSpPr>
      <p:pic>
        <p:nvPicPr>
          <p:cNvPr id="2" name="Picture 1" descr="Arrows pointing up and arrows&#10;&#10;AI-generated content may be incorrect.">
            <a:extLst>
              <a:ext uri="{FF2B5EF4-FFF2-40B4-BE49-F238E27FC236}">
                <a16:creationId xmlns:a16="http://schemas.microsoft.com/office/drawing/2014/main" id="{A640770E-4885-B513-DE50-3739FB596BBA}"/>
              </a:ext>
            </a:extLst>
          </p:cNvPr>
          <p:cNvPicPr>
            <a:picLocks noChangeAspect="1"/>
          </p:cNvPicPr>
          <p:nvPr/>
        </p:nvPicPr>
        <p:blipFill>
          <a:blip r:embed="rId3"/>
          <a:srcRect t="5309" b="21876"/>
          <a:stretch>
            <a:fillRect/>
          </a:stretch>
        </p:blipFill>
        <p:spPr>
          <a:xfrm flipH="1">
            <a:off x="0" y="10"/>
            <a:ext cx="12192000" cy="6857990"/>
          </a:xfrm>
          <a:prstGeom prst="rect">
            <a:avLst/>
          </a:prstGeom>
        </p:spPr>
      </p:pic>
      <p:sp>
        <p:nvSpPr>
          <p:cNvPr id="5" name="Rectangle 4">
            <a:extLst>
              <a:ext uri="{FF2B5EF4-FFF2-40B4-BE49-F238E27FC236}">
                <a16:creationId xmlns:a16="http://schemas.microsoft.com/office/drawing/2014/main" id="{68F4AF0A-3C80-D381-3C87-D7DC6A01079F}"/>
              </a:ext>
            </a:extLst>
          </p:cNvPr>
          <p:cNvSpPr/>
          <p:nvPr/>
        </p:nvSpPr>
        <p:spPr>
          <a:xfrm>
            <a:off x="1714811" y="280169"/>
            <a:ext cx="8762374" cy="989351"/>
          </a:xfrm>
          <a:prstGeom prst="rect">
            <a:avLst/>
          </a:prstGeom>
          <a:solidFill>
            <a:schemeClr val="bg1"/>
          </a:solid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dirty="0">
              <a:solidFill>
                <a:schemeClr val="tx1"/>
              </a:solidFill>
              <a:latin typeface="+mj-lt"/>
            </a:endParaRPr>
          </a:p>
        </p:txBody>
      </p:sp>
      <p:sp>
        <p:nvSpPr>
          <p:cNvPr id="4" name="TextBox 3">
            <a:extLst>
              <a:ext uri="{FF2B5EF4-FFF2-40B4-BE49-F238E27FC236}">
                <a16:creationId xmlns:a16="http://schemas.microsoft.com/office/drawing/2014/main" id="{51E12311-5F35-1541-85B5-62B788807B03}"/>
              </a:ext>
            </a:extLst>
          </p:cNvPr>
          <p:cNvSpPr txBox="1"/>
          <p:nvPr/>
        </p:nvSpPr>
        <p:spPr>
          <a:xfrm>
            <a:off x="2101119" y="415542"/>
            <a:ext cx="7989757" cy="718605"/>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4400" b="1" u="sng" kern="1200" dirty="0">
                <a:solidFill>
                  <a:schemeClr val="tx1"/>
                </a:solidFill>
                <a:latin typeface="+mj-lt"/>
                <a:ea typeface="+mj-ea"/>
                <a:cs typeface="+mj-cs"/>
              </a:rPr>
              <a:t>Average Ride Length Over 2024</a:t>
            </a:r>
          </a:p>
        </p:txBody>
      </p:sp>
      <p:graphicFrame>
        <p:nvGraphicFramePr>
          <p:cNvPr id="8" name="Chart 7">
            <a:extLst>
              <a:ext uri="{FF2B5EF4-FFF2-40B4-BE49-F238E27FC236}">
                <a16:creationId xmlns:a16="http://schemas.microsoft.com/office/drawing/2014/main" id="{88E2F1BF-E4AB-95F0-4430-AE6BC639BEB3}"/>
              </a:ext>
            </a:extLst>
          </p:cNvPr>
          <p:cNvGraphicFramePr>
            <a:graphicFrameLocks/>
          </p:cNvGraphicFramePr>
          <p:nvPr>
            <p:extLst>
              <p:ext uri="{D42A27DB-BD31-4B8C-83A1-F6EECF244321}">
                <p14:modId xmlns:p14="http://schemas.microsoft.com/office/powerpoint/2010/main" val="510921383"/>
              </p:ext>
            </p:extLst>
          </p:nvPr>
        </p:nvGraphicFramePr>
        <p:xfrm>
          <a:off x="1380834" y="1549679"/>
          <a:ext cx="9430328" cy="5007712"/>
        </p:xfrm>
        <a:graphic>
          <a:graphicData uri="http://schemas.openxmlformats.org/drawingml/2006/chart">
            <c:chart xmlns:c="http://schemas.openxmlformats.org/drawingml/2006/chart" xmlns:r="http://schemas.openxmlformats.org/officeDocument/2006/relationships" r:id="rId4"/>
          </a:graphicData>
        </a:graphic>
      </p:graphicFrame>
      <p:pic>
        <p:nvPicPr>
          <p:cNvPr id="9" name="Picture 8">
            <a:hlinkClick r:id="rId5" action="ppaction://hlinksldjump"/>
            <a:extLst>
              <a:ext uri="{FF2B5EF4-FFF2-40B4-BE49-F238E27FC236}">
                <a16:creationId xmlns:a16="http://schemas.microsoft.com/office/drawing/2014/main" id="{B8031677-C578-EC3B-963B-2FD17AD3582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12840" y="5590536"/>
            <a:ext cx="1279160" cy="1267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9477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Graphic spid="8"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12BA1-0F10-82A2-BE5A-9026E4DD5BAF}"/>
            </a:ext>
          </a:extLst>
        </p:cNvPr>
        <p:cNvGrpSpPr/>
        <p:nvPr/>
      </p:nvGrpSpPr>
      <p:grpSpPr>
        <a:xfrm>
          <a:off x="0" y="0"/>
          <a:ext cx="0" cy="0"/>
          <a:chOff x="0" y="0"/>
          <a:chExt cx="0" cy="0"/>
        </a:xfrm>
      </p:grpSpPr>
      <p:pic>
        <p:nvPicPr>
          <p:cNvPr id="2" name="Picture 1" descr="Arrows pointing up and arrows&#10;&#10;AI-generated content may be incorrect.">
            <a:extLst>
              <a:ext uri="{FF2B5EF4-FFF2-40B4-BE49-F238E27FC236}">
                <a16:creationId xmlns:a16="http://schemas.microsoft.com/office/drawing/2014/main" id="{5CD7A29B-3BE5-30D1-428D-8DA6D1083D45}"/>
              </a:ext>
            </a:extLst>
          </p:cNvPr>
          <p:cNvPicPr>
            <a:picLocks noChangeAspect="1"/>
          </p:cNvPicPr>
          <p:nvPr/>
        </p:nvPicPr>
        <p:blipFill>
          <a:blip r:embed="rId3"/>
          <a:srcRect t="5309" b="21876"/>
          <a:stretch>
            <a:fillRect/>
          </a:stretch>
        </p:blipFill>
        <p:spPr>
          <a:xfrm flipH="1">
            <a:off x="0" y="10"/>
            <a:ext cx="12192000" cy="6857990"/>
          </a:xfrm>
          <a:prstGeom prst="rect">
            <a:avLst/>
          </a:prstGeom>
        </p:spPr>
      </p:pic>
      <p:sp>
        <p:nvSpPr>
          <p:cNvPr id="5" name="Rectangle 4">
            <a:extLst>
              <a:ext uri="{FF2B5EF4-FFF2-40B4-BE49-F238E27FC236}">
                <a16:creationId xmlns:a16="http://schemas.microsoft.com/office/drawing/2014/main" id="{2DCE2F5F-65D2-DB03-9713-DA2F3229C363}"/>
              </a:ext>
            </a:extLst>
          </p:cNvPr>
          <p:cNvSpPr/>
          <p:nvPr/>
        </p:nvSpPr>
        <p:spPr>
          <a:xfrm>
            <a:off x="1309609" y="180345"/>
            <a:ext cx="9572781" cy="1528532"/>
          </a:xfrm>
          <a:prstGeom prst="rect">
            <a:avLst/>
          </a:prstGeom>
          <a:solidFill>
            <a:schemeClr val="bg1"/>
          </a:solid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dirty="0">
              <a:solidFill>
                <a:schemeClr val="tx1"/>
              </a:solidFill>
              <a:latin typeface="+mj-lt"/>
            </a:endParaRPr>
          </a:p>
        </p:txBody>
      </p:sp>
      <p:sp>
        <p:nvSpPr>
          <p:cNvPr id="4" name="TextBox 3">
            <a:extLst>
              <a:ext uri="{FF2B5EF4-FFF2-40B4-BE49-F238E27FC236}">
                <a16:creationId xmlns:a16="http://schemas.microsoft.com/office/drawing/2014/main" id="{CB1CCCAF-9E9C-28A3-84E5-F996F69AD4C2}"/>
              </a:ext>
            </a:extLst>
          </p:cNvPr>
          <p:cNvSpPr txBox="1"/>
          <p:nvPr/>
        </p:nvSpPr>
        <p:spPr>
          <a:xfrm>
            <a:off x="1933310" y="248030"/>
            <a:ext cx="8325381" cy="1393163"/>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4400" b="1" u="sng" dirty="0">
                <a:latin typeface="+mj-lt"/>
                <a:ea typeface="+mj-ea"/>
                <a:cs typeface="+mj-cs"/>
              </a:rPr>
              <a:t>Average Ride Length Over 2024: Casual Riders vs. Member Riders</a:t>
            </a:r>
            <a:endParaRPr lang="en-US" sz="4400" b="1" u="sng" kern="1200" dirty="0">
              <a:solidFill>
                <a:schemeClr val="tx1"/>
              </a:solidFill>
              <a:latin typeface="+mj-lt"/>
              <a:ea typeface="+mj-ea"/>
              <a:cs typeface="+mj-cs"/>
            </a:endParaRPr>
          </a:p>
        </p:txBody>
      </p:sp>
      <p:graphicFrame>
        <p:nvGraphicFramePr>
          <p:cNvPr id="6" name="Chart 5">
            <a:extLst>
              <a:ext uri="{FF2B5EF4-FFF2-40B4-BE49-F238E27FC236}">
                <a16:creationId xmlns:a16="http://schemas.microsoft.com/office/drawing/2014/main" id="{B70C7015-39A4-AE86-2CC4-BCC2C67D0F31}"/>
              </a:ext>
            </a:extLst>
          </p:cNvPr>
          <p:cNvGraphicFramePr>
            <a:graphicFrameLocks/>
          </p:cNvGraphicFramePr>
          <p:nvPr>
            <p:extLst>
              <p:ext uri="{D42A27DB-BD31-4B8C-83A1-F6EECF244321}">
                <p14:modId xmlns:p14="http://schemas.microsoft.com/office/powerpoint/2010/main" val="2618934120"/>
              </p:ext>
            </p:extLst>
          </p:nvPr>
        </p:nvGraphicFramePr>
        <p:xfrm>
          <a:off x="1541721" y="1971437"/>
          <a:ext cx="9108555" cy="4624003"/>
        </p:xfrm>
        <a:graphic>
          <a:graphicData uri="http://schemas.openxmlformats.org/drawingml/2006/chart">
            <c:chart xmlns:c="http://schemas.openxmlformats.org/drawingml/2006/chart" xmlns:r="http://schemas.openxmlformats.org/officeDocument/2006/relationships" r:id="rId4"/>
          </a:graphicData>
        </a:graphic>
      </p:graphicFrame>
      <p:pic>
        <p:nvPicPr>
          <p:cNvPr id="8" name="Picture 7">
            <a:hlinkClick r:id="rId5" action="ppaction://hlinksldjump"/>
            <a:extLst>
              <a:ext uri="{FF2B5EF4-FFF2-40B4-BE49-F238E27FC236}">
                <a16:creationId xmlns:a16="http://schemas.microsoft.com/office/drawing/2014/main" id="{25841B0B-5CA5-1FFE-AD84-19F621FC410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12840" y="5590536"/>
            <a:ext cx="1279160" cy="1267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9649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Graphic spid="6"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43D42-5328-0D9E-CB28-9A8CF7DFAFBA}"/>
            </a:ext>
          </a:extLst>
        </p:cNvPr>
        <p:cNvGrpSpPr/>
        <p:nvPr/>
      </p:nvGrpSpPr>
      <p:grpSpPr>
        <a:xfrm>
          <a:off x="0" y="0"/>
          <a:ext cx="0" cy="0"/>
          <a:chOff x="0" y="0"/>
          <a:chExt cx="0" cy="0"/>
        </a:xfrm>
      </p:grpSpPr>
      <p:pic>
        <p:nvPicPr>
          <p:cNvPr id="2" name="Picture 1" descr="Arrows pointing up and arrows&#10;&#10;AI-generated content may be incorrect.">
            <a:extLst>
              <a:ext uri="{FF2B5EF4-FFF2-40B4-BE49-F238E27FC236}">
                <a16:creationId xmlns:a16="http://schemas.microsoft.com/office/drawing/2014/main" id="{89C3428D-010A-A131-8E3D-B87722E53317}"/>
              </a:ext>
            </a:extLst>
          </p:cNvPr>
          <p:cNvPicPr>
            <a:picLocks noChangeAspect="1"/>
          </p:cNvPicPr>
          <p:nvPr/>
        </p:nvPicPr>
        <p:blipFill>
          <a:blip r:embed="rId3"/>
          <a:srcRect t="5309" b="21876"/>
          <a:stretch>
            <a:fillRect/>
          </a:stretch>
        </p:blipFill>
        <p:spPr>
          <a:xfrm flipH="1">
            <a:off x="0" y="10"/>
            <a:ext cx="12192000" cy="6857990"/>
          </a:xfrm>
          <a:prstGeom prst="rect">
            <a:avLst/>
          </a:prstGeom>
        </p:spPr>
      </p:pic>
      <p:sp>
        <p:nvSpPr>
          <p:cNvPr id="6" name="Rectangle 5">
            <a:extLst>
              <a:ext uri="{FF2B5EF4-FFF2-40B4-BE49-F238E27FC236}">
                <a16:creationId xmlns:a16="http://schemas.microsoft.com/office/drawing/2014/main" id="{EC7B8F8E-C498-3E25-4553-EAF0F516D2C3}"/>
              </a:ext>
            </a:extLst>
          </p:cNvPr>
          <p:cNvSpPr/>
          <p:nvPr/>
        </p:nvSpPr>
        <p:spPr>
          <a:xfrm>
            <a:off x="1835518" y="180345"/>
            <a:ext cx="8520962" cy="1528532"/>
          </a:xfrm>
          <a:prstGeom prst="rect">
            <a:avLst/>
          </a:prstGeom>
          <a:solidFill>
            <a:schemeClr val="bg1"/>
          </a:solid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dirty="0">
              <a:solidFill>
                <a:schemeClr val="tx1"/>
              </a:solidFill>
              <a:latin typeface="+mj-lt"/>
            </a:endParaRPr>
          </a:p>
        </p:txBody>
      </p:sp>
      <p:sp>
        <p:nvSpPr>
          <p:cNvPr id="4" name="TextBox 3">
            <a:extLst>
              <a:ext uri="{FF2B5EF4-FFF2-40B4-BE49-F238E27FC236}">
                <a16:creationId xmlns:a16="http://schemas.microsoft.com/office/drawing/2014/main" id="{6B2DECC2-A3F7-F586-4ADE-9051721CDD1C}"/>
              </a:ext>
            </a:extLst>
          </p:cNvPr>
          <p:cNvSpPr txBox="1"/>
          <p:nvPr/>
        </p:nvSpPr>
        <p:spPr>
          <a:xfrm>
            <a:off x="1975781" y="288432"/>
            <a:ext cx="8240436" cy="1312357"/>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4400" b="1" u="sng" dirty="0">
                <a:latin typeface="+mj-lt"/>
                <a:ea typeface="+mj-ea"/>
                <a:cs typeface="+mj-cs"/>
              </a:rPr>
              <a:t>Number of Riders Over 2024: Casual vs. Members</a:t>
            </a:r>
            <a:endParaRPr lang="en-US" sz="4400" b="1" u="sng" kern="1200" dirty="0">
              <a:solidFill>
                <a:schemeClr val="tx1"/>
              </a:solidFill>
              <a:latin typeface="+mj-lt"/>
              <a:ea typeface="+mj-ea"/>
              <a:cs typeface="+mj-cs"/>
            </a:endParaRPr>
          </a:p>
        </p:txBody>
      </p:sp>
      <p:graphicFrame>
        <p:nvGraphicFramePr>
          <p:cNvPr id="7" name="Chart 6">
            <a:extLst>
              <a:ext uri="{FF2B5EF4-FFF2-40B4-BE49-F238E27FC236}">
                <a16:creationId xmlns:a16="http://schemas.microsoft.com/office/drawing/2014/main" id="{91A3EF29-123B-2623-9BFC-7C0F51052894}"/>
              </a:ext>
            </a:extLst>
          </p:cNvPr>
          <p:cNvGraphicFramePr>
            <a:graphicFrameLocks/>
          </p:cNvGraphicFramePr>
          <p:nvPr>
            <p:extLst>
              <p:ext uri="{D42A27DB-BD31-4B8C-83A1-F6EECF244321}">
                <p14:modId xmlns:p14="http://schemas.microsoft.com/office/powerpoint/2010/main" val="4168515528"/>
              </p:ext>
            </p:extLst>
          </p:nvPr>
        </p:nvGraphicFramePr>
        <p:xfrm>
          <a:off x="1414185" y="1979158"/>
          <a:ext cx="9363628" cy="4572489"/>
        </p:xfrm>
        <a:graphic>
          <a:graphicData uri="http://schemas.openxmlformats.org/drawingml/2006/chart">
            <c:chart xmlns:c="http://schemas.openxmlformats.org/drawingml/2006/chart" xmlns:r="http://schemas.openxmlformats.org/officeDocument/2006/relationships" r:id="rId4"/>
          </a:graphicData>
        </a:graphic>
      </p:graphicFrame>
      <p:pic>
        <p:nvPicPr>
          <p:cNvPr id="9" name="Picture 8">
            <a:hlinkClick r:id="rId5" action="ppaction://hlinksldjump"/>
            <a:extLst>
              <a:ext uri="{FF2B5EF4-FFF2-40B4-BE49-F238E27FC236}">
                <a16:creationId xmlns:a16="http://schemas.microsoft.com/office/drawing/2014/main" id="{BE025431-D995-D14C-423F-2FE92A5CE49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12840" y="5590536"/>
            <a:ext cx="1279160" cy="1267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1760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Graphic spid="7"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889EC-8314-76C2-5D50-9BDC1DFC0B87}"/>
            </a:ext>
          </a:extLst>
        </p:cNvPr>
        <p:cNvGrpSpPr/>
        <p:nvPr/>
      </p:nvGrpSpPr>
      <p:grpSpPr>
        <a:xfrm>
          <a:off x="0" y="0"/>
          <a:ext cx="0" cy="0"/>
          <a:chOff x="0" y="0"/>
          <a:chExt cx="0" cy="0"/>
        </a:xfrm>
      </p:grpSpPr>
      <p:pic>
        <p:nvPicPr>
          <p:cNvPr id="2" name="Picture 1" descr="Arrows pointing up and arrows&#10;&#10;AI-generated content may be incorrect.">
            <a:extLst>
              <a:ext uri="{FF2B5EF4-FFF2-40B4-BE49-F238E27FC236}">
                <a16:creationId xmlns:a16="http://schemas.microsoft.com/office/drawing/2014/main" id="{801CAA16-DBBF-61D7-8B19-C675307CF5E5}"/>
              </a:ext>
            </a:extLst>
          </p:cNvPr>
          <p:cNvPicPr>
            <a:picLocks noChangeAspect="1"/>
          </p:cNvPicPr>
          <p:nvPr/>
        </p:nvPicPr>
        <p:blipFill>
          <a:blip r:embed="rId3"/>
          <a:srcRect t="5309" b="21876"/>
          <a:stretch>
            <a:fillRect/>
          </a:stretch>
        </p:blipFill>
        <p:spPr>
          <a:xfrm flipH="1">
            <a:off x="0" y="10"/>
            <a:ext cx="12192000" cy="6857990"/>
          </a:xfrm>
          <a:prstGeom prst="rect">
            <a:avLst/>
          </a:prstGeom>
        </p:spPr>
      </p:pic>
      <p:sp>
        <p:nvSpPr>
          <p:cNvPr id="5" name="Rectangle 4">
            <a:extLst>
              <a:ext uri="{FF2B5EF4-FFF2-40B4-BE49-F238E27FC236}">
                <a16:creationId xmlns:a16="http://schemas.microsoft.com/office/drawing/2014/main" id="{12E94EEF-6650-6D6E-691F-FD526287F06A}"/>
              </a:ext>
            </a:extLst>
          </p:cNvPr>
          <p:cNvSpPr/>
          <p:nvPr/>
        </p:nvSpPr>
        <p:spPr>
          <a:xfrm>
            <a:off x="1148425" y="180345"/>
            <a:ext cx="9895147" cy="1528532"/>
          </a:xfrm>
          <a:prstGeom prst="rect">
            <a:avLst/>
          </a:prstGeom>
          <a:solidFill>
            <a:schemeClr val="bg1"/>
          </a:solid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dirty="0">
              <a:solidFill>
                <a:schemeClr val="tx1"/>
              </a:solidFill>
              <a:latin typeface="+mj-lt"/>
            </a:endParaRPr>
          </a:p>
        </p:txBody>
      </p:sp>
      <p:sp>
        <p:nvSpPr>
          <p:cNvPr id="4" name="TextBox 3">
            <a:extLst>
              <a:ext uri="{FF2B5EF4-FFF2-40B4-BE49-F238E27FC236}">
                <a16:creationId xmlns:a16="http://schemas.microsoft.com/office/drawing/2014/main" id="{CA965ED6-88AE-9D5D-DD11-119BC7026A13}"/>
              </a:ext>
            </a:extLst>
          </p:cNvPr>
          <p:cNvSpPr txBox="1"/>
          <p:nvPr/>
        </p:nvSpPr>
        <p:spPr>
          <a:xfrm>
            <a:off x="1708454" y="245694"/>
            <a:ext cx="8775086" cy="1397833"/>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4400" b="1" u="sng" dirty="0">
                <a:latin typeface="+mj-lt"/>
                <a:ea typeface="+mj-ea"/>
                <a:cs typeface="+mj-cs"/>
              </a:rPr>
              <a:t>Average Ride Length on the Day of Peak Number of Riders Over 2024</a:t>
            </a:r>
            <a:endParaRPr lang="en-US" sz="4400" b="1" u="sng" kern="1200" dirty="0">
              <a:solidFill>
                <a:schemeClr val="tx1"/>
              </a:solidFill>
              <a:latin typeface="+mj-lt"/>
              <a:ea typeface="+mj-ea"/>
              <a:cs typeface="+mj-cs"/>
            </a:endParaRPr>
          </a:p>
        </p:txBody>
      </p:sp>
      <p:graphicFrame>
        <p:nvGraphicFramePr>
          <p:cNvPr id="6" name="Chart 5">
            <a:extLst>
              <a:ext uri="{FF2B5EF4-FFF2-40B4-BE49-F238E27FC236}">
                <a16:creationId xmlns:a16="http://schemas.microsoft.com/office/drawing/2014/main" id="{1F534862-3D20-84B2-AD18-9F39DB82C81B}"/>
              </a:ext>
            </a:extLst>
          </p:cNvPr>
          <p:cNvGraphicFramePr>
            <a:graphicFrameLocks/>
          </p:cNvGraphicFramePr>
          <p:nvPr>
            <p:extLst>
              <p:ext uri="{D42A27DB-BD31-4B8C-83A1-F6EECF244321}">
                <p14:modId xmlns:p14="http://schemas.microsoft.com/office/powerpoint/2010/main" val="545386810"/>
              </p:ext>
            </p:extLst>
          </p:nvPr>
        </p:nvGraphicFramePr>
        <p:xfrm>
          <a:off x="1325531" y="2038662"/>
          <a:ext cx="9540933" cy="4508294"/>
        </p:xfrm>
        <a:graphic>
          <a:graphicData uri="http://schemas.openxmlformats.org/drawingml/2006/chart">
            <c:chart xmlns:c="http://schemas.openxmlformats.org/drawingml/2006/chart" xmlns:r="http://schemas.openxmlformats.org/officeDocument/2006/relationships" r:id="rId4"/>
          </a:graphicData>
        </a:graphic>
      </p:graphicFrame>
      <p:pic>
        <p:nvPicPr>
          <p:cNvPr id="8" name="Picture 7">
            <a:hlinkClick r:id="rId5" action="ppaction://hlinksldjump"/>
            <a:extLst>
              <a:ext uri="{FF2B5EF4-FFF2-40B4-BE49-F238E27FC236}">
                <a16:creationId xmlns:a16="http://schemas.microsoft.com/office/drawing/2014/main" id="{1A16C52A-B21B-2563-3597-9649152D75F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12840" y="5590536"/>
            <a:ext cx="1279160" cy="1267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7798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Graphic spid="6"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E300C-CD01-8008-4BC3-B9B9E1FEA80F}"/>
            </a:ext>
          </a:extLst>
        </p:cNvPr>
        <p:cNvGrpSpPr/>
        <p:nvPr/>
      </p:nvGrpSpPr>
      <p:grpSpPr>
        <a:xfrm>
          <a:off x="0" y="0"/>
          <a:ext cx="0" cy="0"/>
          <a:chOff x="0" y="0"/>
          <a:chExt cx="0" cy="0"/>
        </a:xfrm>
      </p:grpSpPr>
      <p:pic>
        <p:nvPicPr>
          <p:cNvPr id="2" name="Picture 1" descr="Arrows pointing up and arrows&#10;&#10;AI-generated content may be incorrect.">
            <a:extLst>
              <a:ext uri="{FF2B5EF4-FFF2-40B4-BE49-F238E27FC236}">
                <a16:creationId xmlns:a16="http://schemas.microsoft.com/office/drawing/2014/main" id="{158C5A0B-D69C-3BE8-4140-66F0A8B571B7}"/>
              </a:ext>
            </a:extLst>
          </p:cNvPr>
          <p:cNvPicPr>
            <a:picLocks noChangeAspect="1"/>
          </p:cNvPicPr>
          <p:nvPr/>
        </p:nvPicPr>
        <p:blipFill>
          <a:blip r:embed="rId3"/>
          <a:srcRect t="5309" b="21876"/>
          <a:stretch>
            <a:fillRect/>
          </a:stretch>
        </p:blipFill>
        <p:spPr>
          <a:xfrm flipH="1">
            <a:off x="0" y="10"/>
            <a:ext cx="12192000" cy="6857990"/>
          </a:xfrm>
          <a:prstGeom prst="rect">
            <a:avLst/>
          </a:prstGeom>
        </p:spPr>
      </p:pic>
      <p:sp>
        <p:nvSpPr>
          <p:cNvPr id="5" name="Rectangle 4">
            <a:extLst>
              <a:ext uri="{FF2B5EF4-FFF2-40B4-BE49-F238E27FC236}">
                <a16:creationId xmlns:a16="http://schemas.microsoft.com/office/drawing/2014/main" id="{B42F25B0-5631-D581-A32A-8FC84AD0836F}"/>
              </a:ext>
            </a:extLst>
          </p:cNvPr>
          <p:cNvSpPr/>
          <p:nvPr/>
        </p:nvSpPr>
        <p:spPr>
          <a:xfrm>
            <a:off x="1148425" y="180345"/>
            <a:ext cx="9895147" cy="1528532"/>
          </a:xfrm>
          <a:prstGeom prst="rect">
            <a:avLst/>
          </a:prstGeom>
          <a:solidFill>
            <a:schemeClr val="bg1"/>
          </a:solid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dirty="0">
              <a:solidFill>
                <a:schemeClr val="tx1"/>
              </a:solidFill>
              <a:latin typeface="+mj-lt"/>
            </a:endParaRPr>
          </a:p>
        </p:txBody>
      </p:sp>
      <p:sp>
        <p:nvSpPr>
          <p:cNvPr id="4" name="TextBox 3">
            <a:extLst>
              <a:ext uri="{FF2B5EF4-FFF2-40B4-BE49-F238E27FC236}">
                <a16:creationId xmlns:a16="http://schemas.microsoft.com/office/drawing/2014/main" id="{6E6DFF9B-E39A-1487-A56C-2117981048DD}"/>
              </a:ext>
            </a:extLst>
          </p:cNvPr>
          <p:cNvSpPr txBox="1"/>
          <p:nvPr/>
        </p:nvSpPr>
        <p:spPr>
          <a:xfrm>
            <a:off x="1566048" y="259978"/>
            <a:ext cx="9059899" cy="1369265"/>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4400" b="1" u="sng" kern="1200" dirty="0">
                <a:solidFill>
                  <a:schemeClr val="tx1"/>
                </a:solidFill>
                <a:latin typeface="+mj-lt"/>
                <a:ea typeface="+mj-ea"/>
                <a:cs typeface="+mj-cs"/>
              </a:rPr>
              <a:t>Peak Number of Riders </a:t>
            </a:r>
            <a:r>
              <a:rPr lang="en-US" sz="4400" b="1" u="sng" dirty="0">
                <a:latin typeface="+mj-lt"/>
                <a:ea typeface="+mj-ea"/>
                <a:cs typeface="+mj-cs"/>
              </a:rPr>
              <a:t>Over 2024: Casual Riders vs. Member Riders</a:t>
            </a:r>
            <a:endParaRPr lang="en-US" sz="4400" b="1" u="sng" kern="1200" dirty="0">
              <a:solidFill>
                <a:schemeClr val="tx1"/>
              </a:solidFill>
              <a:latin typeface="+mj-lt"/>
              <a:ea typeface="+mj-ea"/>
              <a:cs typeface="+mj-cs"/>
            </a:endParaRPr>
          </a:p>
        </p:txBody>
      </p:sp>
      <p:graphicFrame>
        <p:nvGraphicFramePr>
          <p:cNvPr id="6" name="Chart 5">
            <a:extLst>
              <a:ext uri="{FF2B5EF4-FFF2-40B4-BE49-F238E27FC236}">
                <a16:creationId xmlns:a16="http://schemas.microsoft.com/office/drawing/2014/main" id="{7AC1A785-202C-E707-0E92-6F5DE9699259}"/>
              </a:ext>
            </a:extLst>
          </p:cNvPr>
          <p:cNvGraphicFramePr>
            <a:graphicFrameLocks/>
          </p:cNvGraphicFramePr>
          <p:nvPr>
            <p:extLst>
              <p:ext uri="{D42A27DB-BD31-4B8C-83A1-F6EECF244321}">
                <p14:modId xmlns:p14="http://schemas.microsoft.com/office/powerpoint/2010/main" val="1454722698"/>
              </p:ext>
            </p:extLst>
          </p:nvPr>
        </p:nvGraphicFramePr>
        <p:xfrm>
          <a:off x="1538023" y="2076006"/>
          <a:ext cx="9115954" cy="4442382"/>
        </p:xfrm>
        <a:graphic>
          <a:graphicData uri="http://schemas.openxmlformats.org/drawingml/2006/chart">
            <c:chart xmlns:c="http://schemas.openxmlformats.org/drawingml/2006/chart" xmlns:r="http://schemas.openxmlformats.org/officeDocument/2006/relationships" r:id="rId4"/>
          </a:graphicData>
        </a:graphic>
      </p:graphicFrame>
      <p:pic>
        <p:nvPicPr>
          <p:cNvPr id="8" name="Picture 7">
            <a:hlinkClick r:id="rId5" action="ppaction://hlinksldjump"/>
            <a:extLst>
              <a:ext uri="{FF2B5EF4-FFF2-40B4-BE49-F238E27FC236}">
                <a16:creationId xmlns:a16="http://schemas.microsoft.com/office/drawing/2014/main" id="{636A966E-019E-40A8-BED5-38EB6198056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12840" y="5590536"/>
            <a:ext cx="1279160" cy="1267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2378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Graphic spid="6"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94DA8-D6E4-3CA9-331B-47319FA1F7D4}"/>
            </a:ext>
          </a:extLst>
        </p:cNvPr>
        <p:cNvGrpSpPr/>
        <p:nvPr/>
      </p:nvGrpSpPr>
      <p:grpSpPr>
        <a:xfrm>
          <a:off x="0" y="0"/>
          <a:ext cx="0" cy="0"/>
          <a:chOff x="0" y="0"/>
          <a:chExt cx="0" cy="0"/>
        </a:xfrm>
      </p:grpSpPr>
      <p:pic>
        <p:nvPicPr>
          <p:cNvPr id="2" name="Picture 1" descr="Arrows pointing up and arrows&#10;&#10;AI-generated content may be incorrect.">
            <a:extLst>
              <a:ext uri="{FF2B5EF4-FFF2-40B4-BE49-F238E27FC236}">
                <a16:creationId xmlns:a16="http://schemas.microsoft.com/office/drawing/2014/main" id="{AE4C88D4-E91C-575F-AC69-8B4D74851AE4}"/>
              </a:ext>
            </a:extLst>
          </p:cNvPr>
          <p:cNvPicPr>
            <a:picLocks noChangeAspect="1"/>
          </p:cNvPicPr>
          <p:nvPr/>
        </p:nvPicPr>
        <p:blipFill>
          <a:blip r:embed="rId3"/>
          <a:srcRect t="5309" b="21876"/>
          <a:stretch>
            <a:fillRect/>
          </a:stretch>
        </p:blipFill>
        <p:spPr>
          <a:xfrm flipH="1">
            <a:off x="0" y="10"/>
            <a:ext cx="12192000" cy="6857990"/>
          </a:xfrm>
          <a:prstGeom prst="rect">
            <a:avLst/>
          </a:prstGeom>
        </p:spPr>
      </p:pic>
      <p:sp>
        <p:nvSpPr>
          <p:cNvPr id="5" name="Rectangle 4">
            <a:extLst>
              <a:ext uri="{FF2B5EF4-FFF2-40B4-BE49-F238E27FC236}">
                <a16:creationId xmlns:a16="http://schemas.microsoft.com/office/drawing/2014/main" id="{BDB86A3D-968D-6CA8-CE64-05DACEBEB61D}"/>
              </a:ext>
            </a:extLst>
          </p:cNvPr>
          <p:cNvSpPr/>
          <p:nvPr/>
        </p:nvSpPr>
        <p:spPr>
          <a:xfrm>
            <a:off x="299596" y="180344"/>
            <a:ext cx="11592803" cy="1528532"/>
          </a:xfrm>
          <a:prstGeom prst="rect">
            <a:avLst/>
          </a:prstGeom>
          <a:solidFill>
            <a:schemeClr val="bg1"/>
          </a:solid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dirty="0">
              <a:solidFill>
                <a:schemeClr val="tx1"/>
              </a:solidFill>
              <a:latin typeface="+mj-lt"/>
            </a:endParaRPr>
          </a:p>
        </p:txBody>
      </p:sp>
      <p:sp>
        <p:nvSpPr>
          <p:cNvPr id="4" name="TextBox 3">
            <a:extLst>
              <a:ext uri="{FF2B5EF4-FFF2-40B4-BE49-F238E27FC236}">
                <a16:creationId xmlns:a16="http://schemas.microsoft.com/office/drawing/2014/main" id="{E5432A54-8968-18E0-FBCA-F5090E0ADC09}"/>
              </a:ext>
            </a:extLst>
          </p:cNvPr>
          <p:cNvSpPr txBox="1"/>
          <p:nvPr/>
        </p:nvSpPr>
        <p:spPr>
          <a:xfrm>
            <a:off x="509253" y="245616"/>
            <a:ext cx="11173490" cy="1397989"/>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4400" b="1" u="sng" kern="1200" dirty="0">
                <a:solidFill>
                  <a:schemeClr val="tx1"/>
                </a:solidFill>
                <a:latin typeface="+mj-lt"/>
                <a:ea typeface="+mj-ea"/>
                <a:cs typeface="+mj-cs"/>
              </a:rPr>
              <a:t>Frequency of Days of the Week</a:t>
            </a:r>
            <a:r>
              <a:rPr lang="en-US" sz="4400" b="1" u="sng" dirty="0"/>
              <a:t> on the Day of Peak Riders</a:t>
            </a:r>
            <a:r>
              <a:rPr lang="en-US" sz="4400" b="1" u="sng" kern="1200" dirty="0">
                <a:solidFill>
                  <a:schemeClr val="tx1"/>
                </a:solidFill>
                <a:latin typeface="+mj-lt"/>
                <a:ea typeface="+mj-ea"/>
                <a:cs typeface="+mj-cs"/>
              </a:rPr>
              <a:t> Throughout 2024: Casual Riders</a:t>
            </a:r>
          </a:p>
        </p:txBody>
      </p:sp>
      <p:graphicFrame>
        <p:nvGraphicFramePr>
          <p:cNvPr id="6" name="Chart 5">
            <a:extLst>
              <a:ext uri="{FF2B5EF4-FFF2-40B4-BE49-F238E27FC236}">
                <a16:creationId xmlns:a16="http://schemas.microsoft.com/office/drawing/2014/main" id="{056EA87A-C993-5F56-A29F-7CC4DFA8C6A8}"/>
              </a:ext>
            </a:extLst>
          </p:cNvPr>
          <p:cNvGraphicFramePr>
            <a:graphicFrameLocks/>
          </p:cNvGraphicFramePr>
          <p:nvPr>
            <p:extLst>
              <p:ext uri="{D42A27DB-BD31-4B8C-83A1-F6EECF244321}">
                <p14:modId xmlns:p14="http://schemas.microsoft.com/office/powerpoint/2010/main" val="1513693799"/>
              </p:ext>
            </p:extLst>
          </p:nvPr>
        </p:nvGraphicFramePr>
        <p:xfrm>
          <a:off x="1792287" y="2059272"/>
          <a:ext cx="8607419" cy="4448331"/>
        </p:xfrm>
        <a:graphic>
          <a:graphicData uri="http://schemas.openxmlformats.org/drawingml/2006/chart">
            <c:chart xmlns:c="http://schemas.openxmlformats.org/drawingml/2006/chart" xmlns:r="http://schemas.openxmlformats.org/officeDocument/2006/relationships" r:id="rId4"/>
          </a:graphicData>
        </a:graphic>
      </p:graphicFrame>
      <p:pic>
        <p:nvPicPr>
          <p:cNvPr id="8" name="Picture 7">
            <a:hlinkClick r:id="rId5" action="ppaction://hlinksldjump"/>
            <a:extLst>
              <a:ext uri="{FF2B5EF4-FFF2-40B4-BE49-F238E27FC236}">
                <a16:creationId xmlns:a16="http://schemas.microsoft.com/office/drawing/2014/main" id="{E81F82E9-BCF2-95DC-C452-17DE24F122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12840" y="5590536"/>
            <a:ext cx="1279160" cy="1267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2887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Graphic spid="6"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1BBB4-6F71-610A-FFE5-38DDC3CD6470}"/>
            </a:ext>
          </a:extLst>
        </p:cNvPr>
        <p:cNvGrpSpPr/>
        <p:nvPr/>
      </p:nvGrpSpPr>
      <p:grpSpPr>
        <a:xfrm>
          <a:off x="0" y="0"/>
          <a:ext cx="0" cy="0"/>
          <a:chOff x="0" y="0"/>
          <a:chExt cx="0" cy="0"/>
        </a:xfrm>
      </p:grpSpPr>
      <p:pic>
        <p:nvPicPr>
          <p:cNvPr id="2" name="Picture 1" descr="Arrows pointing up and arrows&#10;&#10;AI-generated content may be incorrect.">
            <a:extLst>
              <a:ext uri="{FF2B5EF4-FFF2-40B4-BE49-F238E27FC236}">
                <a16:creationId xmlns:a16="http://schemas.microsoft.com/office/drawing/2014/main" id="{E7405956-4435-855C-6C56-945FACB86EBC}"/>
              </a:ext>
            </a:extLst>
          </p:cNvPr>
          <p:cNvPicPr>
            <a:picLocks noChangeAspect="1"/>
          </p:cNvPicPr>
          <p:nvPr/>
        </p:nvPicPr>
        <p:blipFill>
          <a:blip r:embed="rId3"/>
          <a:srcRect t="5309" b="21876"/>
          <a:stretch>
            <a:fillRect/>
          </a:stretch>
        </p:blipFill>
        <p:spPr>
          <a:xfrm flipH="1">
            <a:off x="0" y="10"/>
            <a:ext cx="12192000" cy="6857990"/>
          </a:xfrm>
          <a:prstGeom prst="rect">
            <a:avLst/>
          </a:prstGeom>
        </p:spPr>
      </p:pic>
      <p:sp>
        <p:nvSpPr>
          <p:cNvPr id="5" name="Rectangle 4">
            <a:extLst>
              <a:ext uri="{FF2B5EF4-FFF2-40B4-BE49-F238E27FC236}">
                <a16:creationId xmlns:a16="http://schemas.microsoft.com/office/drawing/2014/main" id="{5DA48A6C-454F-B1BA-913A-7E91187141EC}"/>
              </a:ext>
            </a:extLst>
          </p:cNvPr>
          <p:cNvSpPr/>
          <p:nvPr/>
        </p:nvSpPr>
        <p:spPr>
          <a:xfrm>
            <a:off x="299596" y="180344"/>
            <a:ext cx="11592803" cy="1528532"/>
          </a:xfrm>
          <a:prstGeom prst="rect">
            <a:avLst/>
          </a:prstGeom>
          <a:solidFill>
            <a:schemeClr val="bg1"/>
          </a:solid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dirty="0">
              <a:solidFill>
                <a:schemeClr val="tx1"/>
              </a:solidFill>
              <a:latin typeface="+mj-lt"/>
            </a:endParaRPr>
          </a:p>
        </p:txBody>
      </p:sp>
      <p:sp>
        <p:nvSpPr>
          <p:cNvPr id="4" name="TextBox 3">
            <a:extLst>
              <a:ext uri="{FF2B5EF4-FFF2-40B4-BE49-F238E27FC236}">
                <a16:creationId xmlns:a16="http://schemas.microsoft.com/office/drawing/2014/main" id="{B3D9D350-E6C5-EB8A-F2F3-76DA2DAADB5D}"/>
              </a:ext>
            </a:extLst>
          </p:cNvPr>
          <p:cNvSpPr txBox="1"/>
          <p:nvPr/>
        </p:nvSpPr>
        <p:spPr>
          <a:xfrm>
            <a:off x="299595" y="245918"/>
            <a:ext cx="11592803" cy="1397383"/>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4400" b="1" u="sng" kern="1200" dirty="0">
                <a:solidFill>
                  <a:schemeClr val="tx1"/>
                </a:solidFill>
                <a:latin typeface="+mj-lt"/>
                <a:ea typeface="+mj-ea"/>
                <a:cs typeface="+mj-cs"/>
              </a:rPr>
              <a:t>Frequency of Days of the Week on the Day of Peak Riders Throughout 2024: </a:t>
            </a:r>
            <a:r>
              <a:rPr lang="en-US" sz="4400" b="1" u="sng" dirty="0">
                <a:latin typeface="+mj-lt"/>
                <a:ea typeface="+mj-ea"/>
                <a:cs typeface="+mj-cs"/>
              </a:rPr>
              <a:t>Member</a:t>
            </a:r>
            <a:r>
              <a:rPr lang="en-US" sz="4400" b="1" u="sng" kern="1200" dirty="0">
                <a:solidFill>
                  <a:schemeClr val="tx1"/>
                </a:solidFill>
                <a:latin typeface="+mj-lt"/>
                <a:ea typeface="+mj-ea"/>
                <a:cs typeface="+mj-cs"/>
              </a:rPr>
              <a:t> Riders</a:t>
            </a:r>
          </a:p>
        </p:txBody>
      </p:sp>
      <p:graphicFrame>
        <p:nvGraphicFramePr>
          <p:cNvPr id="6" name="Chart 5">
            <a:extLst>
              <a:ext uri="{FF2B5EF4-FFF2-40B4-BE49-F238E27FC236}">
                <a16:creationId xmlns:a16="http://schemas.microsoft.com/office/drawing/2014/main" id="{403BAB8A-8259-796A-181E-3C106218BA39}"/>
              </a:ext>
            </a:extLst>
          </p:cNvPr>
          <p:cNvGraphicFramePr>
            <a:graphicFrameLocks/>
          </p:cNvGraphicFramePr>
          <p:nvPr>
            <p:extLst>
              <p:ext uri="{D42A27DB-BD31-4B8C-83A1-F6EECF244321}">
                <p14:modId xmlns:p14="http://schemas.microsoft.com/office/powerpoint/2010/main" val="2291547351"/>
              </p:ext>
            </p:extLst>
          </p:nvPr>
        </p:nvGraphicFramePr>
        <p:xfrm>
          <a:off x="1651412" y="2038884"/>
          <a:ext cx="8889167" cy="4554682"/>
        </p:xfrm>
        <a:graphic>
          <a:graphicData uri="http://schemas.openxmlformats.org/drawingml/2006/chart">
            <c:chart xmlns:c="http://schemas.openxmlformats.org/drawingml/2006/chart" xmlns:r="http://schemas.openxmlformats.org/officeDocument/2006/relationships" r:id="rId4"/>
          </a:graphicData>
        </a:graphic>
      </p:graphicFrame>
      <p:pic>
        <p:nvPicPr>
          <p:cNvPr id="8" name="Picture 7">
            <a:hlinkClick r:id="rId5" action="ppaction://hlinksldjump"/>
            <a:extLst>
              <a:ext uri="{FF2B5EF4-FFF2-40B4-BE49-F238E27FC236}">
                <a16:creationId xmlns:a16="http://schemas.microsoft.com/office/drawing/2014/main" id="{13DA78D1-4475-7A49-8BB9-C50514D2234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12840" y="5590536"/>
            <a:ext cx="1279160" cy="1267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1941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Graphic spid="6" grpId="0">
        <p:bldAsOne/>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rrows pointing up and arrows&#10;&#10;AI-generated content may be incorrect.">
            <a:extLst>
              <a:ext uri="{FF2B5EF4-FFF2-40B4-BE49-F238E27FC236}">
                <a16:creationId xmlns:a16="http://schemas.microsoft.com/office/drawing/2014/main" id="{375903B5-DE9B-8FB7-E5CB-0572115C2565}"/>
              </a:ext>
            </a:extLst>
          </p:cNvPr>
          <p:cNvPicPr>
            <a:picLocks noChangeAspect="1"/>
          </p:cNvPicPr>
          <p:nvPr/>
        </p:nvPicPr>
        <p:blipFill>
          <a:blip r:embed="rId2"/>
          <a:srcRect t="5309" b="21876"/>
          <a:stretch>
            <a:fillRect/>
          </a:stretch>
        </p:blipFill>
        <p:spPr>
          <a:xfrm flipH="1">
            <a:off x="0" y="0"/>
            <a:ext cx="12192000" cy="6857990"/>
          </a:xfrm>
          <a:prstGeom prst="rect">
            <a:avLst/>
          </a:prstGeom>
        </p:spPr>
      </p:pic>
      <p:sp>
        <p:nvSpPr>
          <p:cNvPr id="3" name="Rectangle 2">
            <a:extLst>
              <a:ext uri="{FF2B5EF4-FFF2-40B4-BE49-F238E27FC236}">
                <a16:creationId xmlns:a16="http://schemas.microsoft.com/office/drawing/2014/main" id="{00B5C462-69D2-C849-8330-B3EDF8B3CA59}"/>
              </a:ext>
            </a:extLst>
          </p:cNvPr>
          <p:cNvSpPr/>
          <p:nvPr/>
        </p:nvSpPr>
        <p:spPr>
          <a:xfrm>
            <a:off x="2101121" y="435181"/>
            <a:ext cx="7989757" cy="989351"/>
          </a:xfrm>
          <a:prstGeom prst="rect">
            <a:avLst/>
          </a:prstGeom>
          <a:solidFill>
            <a:schemeClr val="bg1"/>
          </a:solid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dirty="0">
              <a:solidFill>
                <a:schemeClr val="tx1"/>
              </a:solidFill>
              <a:latin typeface="+mj-lt"/>
            </a:endParaRPr>
          </a:p>
        </p:txBody>
      </p:sp>
      <p:sp>
        <p:nvSpPr>
          <p:cNvPr id="4" name="TextBox 3">
            <a:extLst>
              <a:ext uri="{FF2B5EF4-FFF2-40B4-BE49-F238E27FC236}">
                <a16:creationId xmlns:a16="http://schemas.microsoft.com/office/drawing/2014/main" id="{30263005-FC93-408E-8F12-08BA006BF807}"/>
              </a:ext>
            </a:extLst>
          </p:cNvPr>
          <p:cNvSpPr txBox="1"/>
          <p:nvPr/>
        </p:nvSpPr>
        <p:spPr>
          <a:xfrm>
            <a:off x="2438399" y="563058"/>
            <a:ext cx="7315199" cy="733595"/>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4400" b="1" u="sng" kern="1200" dirty="0">
                <a:solidFill>
                  <a:schemeClr val="tx1"/>
                </a:solidFill>
                <a:latin typeface="+mj-lt"/>
                <a:ea typeface="+mj-ea"/>
                <a:cs typeface="+mj-cs"/>
              </a:rPr>
              <a:t>Key Insight Summary</a:t>
            </a:r>
          </a:p>
        </p:txBody>
      </p:sp>
      <p:pic>
        <p:nvPicPr>
          <p:cNvPr id="5" name="Picture 4">
            <a:extLst>
              <a:ext uri="{FF2B5EF4-FFF2-40B4-BE49-F238E27FC236}">
                <a16:creationId xmlns:a16="http://schemas.microsoft.com/office/drawing/2014/main" id="{A1D225FE-E261-B24A-7053-0A90AD5F06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12840" y="5590536"/>
            <a:ext cx="1279160" cy="1267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6859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05707-FC51-6A6C-757F-E96B8A156039}"/>
            </a:ext>
          </a:extLst>
        </p:cNvPr>
        <p:cNvGrpSpPr/>
        <p:nvPr/>
      </p:nvGrpSpPr>
      <p:grpSpPr>
        <a:xfrm>
          <a:off x="0" y="0"/>
          <a:ext cx="0" cy="0"/>
          <a:chOff x="0" y="0"/>
          <a:chExt cx="0" cy="0"/>
        </a:xfrm>
      </p:grpSpPr>
      <p:pic>
        <p:nvPicPr>
          <p:cNvPr id="2" name="Picture 1" descr="Arrows pointing up and arrows&#10;&#10;AI-generated content may be incorrect.">
            <a:extLst>
              <a:ext uri="{FF2B5EF4-FFF2-40B4-BE49-F238E27FC236}">
                <a16:creationId xmlns:a16="http://schemas.microsoft.com/office/drawing/2014/main" id="{351E2220-3A7D-4990-ECCA-477E0FBF2FA6}"/>
              </a:ext>
            </a:extLst>
          </p:cNvPr>
          <p:cNvPicPr>
            <a:picLocks noChangeAspect="1"/>
          </p:cNvPicPr>
          <p:nvPr/>
        </p:nvPicPr>
        <p:blipFill>
          <a:blip r:embed="rId2"/>
          <a:srcRect t="5309" b="21876"/>
          <a:stretch>
            <a:fillRect/>
          </a:stretch>
        </p:blipFill>
        <p:spPr>
          <a:xfrm flipH="1">
            <a:off x="0" y="0"/>
            <a:ext cx="12192000" cy="6857990"/>
          </a:xfrm>
          <a:prstGeom prst="rect">
            <a:avLst/>
          </a:prstGeom>
        </p:spPr>
      </p:pic>
      <p:sp>
        <p:nvSpPr>
          <p:cNvPr id="5" name="Rectangle 4">
            <a:extLst>
              <a:ext uri="{FF2B5EF4-FFF2-40B4-BE49-F238E27FC236}">
                <a16:creationId xmlns:a16="http://schemas.microsoft.com/office/drawing/2014/main" id="{A9765AFD-3178-78F7-9B10-EDED1E3D810E}"/>
              </a:ext>
            </a:extLst>
          </p:cNvPr>
          <p:cNvSpPr/>
          <p:nvPr/>
        </p:nvSpPr>
        <p:spPr>
          <a:xfrm>
            <a:off x="2101121" y="435181"/>
            <a:ext cx="7989757" cy="6085540"/>
          </a:xfrm>
          <a:prstGeom prst="rect">
            <a:avLst/>
          </a:prstGeom>
          <a:solidFill>
            <a:schemeClr val="bg1"/>
          </a:solid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dirty="0">
              <a:solidFill>
                <a:schemeClr val="tx1"/>
              </a:solidFill>
              <a:latin typeface="+mj-lt"/>
            </a:endParaRPr>
          </a:p>
        </p:txBody>
      </p:sp>
      <p:sp>
        <p:nvSpPr>
          <p:cNvPr id="4" name="TextBox 3">
            <a:extLst>
              <a:ext uri="{FF2B5EF4-FFF2-40B4-BE49-F238E27FC236}">
                <a16:creationId xmlns:a16="http://schemas.microsoft.com/office/drawing/2014/main" id="{F22C6390-A6AE-3CE2-0BD0-F06508C64BB3}"/>
              </a:ext>
            </a:extLst>
          </p:cNvPr>
          <p:cNvSpPr txBox="1"/>
          <p:nvPr/>
        </p:nvSpPr>
        <p:spPr>
          <a:xfrm>
            <a:off x="2438397" y="571719"/>
            <a:ext cx="7315199" cy="733595"/>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4400" b="1" u="sng" kern="1200" dirty="0">
                <a:solidFill>
                  <a:schemeClr val="tx1"/>
                </a:solidFill>
                <a:latin typeface="+mj-lt"/>
                <a:ea typeface="+mj-ea"/>
                <a:cs typeface="+mj-cs"/>
              </a:rPr>
              <a:t>Key Insight Summary</a:t>
            </a:r>
          </a:p>
        </p:txBody>
      </p:sp>
      <p:sp>
        <p:nvSpPr>
          <p:cNvPr id="6" name="TextBox 5">
            <a:extLst>
              <a:ext uri="{FF2B5EF4-FFF2-40B4-BE49-F238E27FC236}">
                <a16:creationId xmlns:a16="http://schemas.microsoft.com/office/drawing/2014/main" id="{4076CE3F-06D9-A36E-AFF0-1BFFE7CDB35A}"/>
              </a:ext>
            </a:extLst>
          </p:cNvPr>
          <p:cNvSpPr txBox="1"/>
          <p:nvPr/>
        </p:nvSpPr>
        <p:spPr>
          <a:xfrm>
            <a:off x="2283890" y="1347256"/>
            <a:ext cx="7624215" cy="4893647"/>
          </a:xfrm>
          <a:prstGeom prst="rect">
            <a:avLst/>
          </a:prstGeom>
          <a:noFill/>
        </p:spPr>
        <p:txBody>
          <a:bodyPr wrap="square" rtlCol="0">
            <a:spAutoFit/>
          </a:bodyPr>
          <a:lstStyle/>
          <a:p>
            <a:pPr marL="457200" indent="-457200">
              <a:buFont typeface="Arial" panose="020B0604020202020204" pitchFamily="34" charset="0"/>
              <a:buChar char="•"/>
            </a:pPr>
            <a:r>
              <a:rPr lang="en-US" sz="2400" b="1" u="sng" dirty="0"/>
              <a:t>Most frequent day</a:t>
            </a:r>
            <a:r>
              <a:rPr lang="en-US" sz="2400" b="1" dirty="0"/>
              <a:t> </a:t>
            </a:r>
            <a:r>
              <a:rPr lang="en-US" sz="2400" dirty="0"/>
              <a:t>of bike rides was </a:t>
            </a:r>
            <a:r>
              <a:rPr lang="en-US" sz="2400" b="1" u="sng" dirty="0"/>
              <a:t>Saturday</a:t>
            </a:r>
            <a:r>
              <a:rPr lang="en-US" sz="2400" dirty="0"/>
              <a:t> for every month of 2024 (especially casual riders).</a:t>
            </a:r>
          </a:p>
          <a:p>
            <a:endParaRPr lang="en-US" sz="2400" dirty="0"/>
          </a:p>
          <a:p>
            <a:pPr marL="457200" indent="-457200">
              <a:buFont typeface="Arial" panose="020B0604020202020204" pitchFamily="34" charset="0"/>
              <a:buChar char="•"/>
            </a:pPr>
            <a:r>
              <a:rPr lang="en-US" sz="2400" dirty="0"/>
              <a:t>Average bike ride lengths show trends of </a:t>
            </a:r>
            <a:r>
              <a:rPr lang="en-US" sz="2400" b="1" u="sng" dirty="0"/>
              <a:t>decreasing during colder months</a:t>
            </a:r>
            <a:r>
              <a:rPr lang="en-US" sz="2400" b="1" dirty="0"/>
              <a:t> </a:t>
            </a:r>
            <a:r>
              <a:rPr lang="en-US" sz="2400" dirty="0"/>
              <a:t>and </a:t>
            </a:r>
            <a:r>
              <a:rPr lang="en-US" sz="2400" b="1" u="sng" dirty="0"/>
              <a:t>increasing in the warmer months</a:t>
            </a:r>
            <a:r>
              <a:rPr lang="en-US" sz="2400" dirty="0"/>
              <a:t>.</a:t>
            </a:r>
          </a:p>
          <a:p>
            <a:endParaRPr lang="en-US" sz="2400" dirty="0"/>
          </a:p>
          <a:p>
            <a:pPr marL="457200" indent="-457200">
              <a:buFont typeface="Arial" panose="020B0604020202020204" pitchFamily="34" charset="0"/>
              <a:buChar char="•"/>
            </a:pPr>
            <a:r>
              <a:rPr lang="en-US" sz="2400" b="1" u="sng" dirty="0"/>
              <a:t>Casual riders</a:t>
            </a:r>
            <a:r>
              <a:rPr lang="en-US" sz="2400" dirty="0"/>
              <a:t> had </a:t>
            </a:r>
            <a:r>
              <a:rPr lang="en-US" sz="2400" b="1" u="sng" dirty="0"/>
              <a:t>higher overall average ride lengths</a:t>
            </a:r>
            <a:r>
              <a:rPr lang="en-US" sz="2400" dirty="0"/>
              <a:t> compared to member riders.</a:t>
            </a:r>
          </a:p>
          <a:p>
            <a:endParaRPr lang="en-US" sz="2400" dirty="0"/>
          </a:p>
          <a:p>
            <a:pPr marL="457200" indent="-457200">
              <a:buFont typeface="Arial" panose="020B0604020202020204" pitchFamily="34" charset="0"/>
              <a:buChar char="•"/>
            </a:pPr>
            <a:r>
              <a:rPr lang="en-US" sz="2400" dirty="0"/>
              <a:t>Number of riders for casual and member riders </a:t>
            </a:r>
            <a:r>
              <a:rPr lang="en-US" sz="2400" b="1" u="sng" dirty="0"/>
              <a:t>increase until its peak in September</a:t>
            </a:r>
            <a:r>
              <a:rPr lang="en-US" sz="2400" dirty="0"/>
              <a:t>, then </a:t>
            </a:r>
            <a:r>
              <a:rPr lang="en-US" sz="2400" b="1" u="sng" dirty="0"/>
              <a:t>decreases</a:t>
            </a:r>
            <a:r>
              <a:rPr lang="en-US" sz="2400" dirty="0"/>
              <a:t> for the rest of the year.</a:t>
            </a:r>
          </a:p>
        </p:txBody>
      </p:sp>
      <p:pic>
        <p:nvPicPr>
          <p:cNvPr id="8" name="Picture 7">
            <a:hlinkClick r:id="rId3" action="ppaction://hlinksldjump"/>
            <a:extLst>
              <a:ext uri="{FF2B5EF4-FFF2-40B4-BE49-F238E27FC236}">
                <a16:creationId xmlns:a16="http://schemas.microsoft.com/office/drawing/2014/main" id="{AB6764B1-34AF-16EC-195A-9F974647CC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12840" y="5590536"/>
            <a:ext cx="1279160" cy="1267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73528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fade">
                                      <p:cBhvr>
                                        <p:cTn id="17" dur="500"/>
                                        <p:tgtEl>
                                          <p:spTgt spid="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6" end="6"/>
                                            </p:txEl>
                                          </p:spTgt>
                                        </p:tgtEl>
                                        <p:attrNameLst>
                                          <p:attrName>style.visibility</p:attrName>
                                        </p:attrNameLst>
                                      </p:cBhvr>
                                      <p:to>
                                        <p:strVal val="visible"/>
                                      </p:to>
                                    </p:set>
                                    <p:animEffect transition="in" filter="fade">
                                      <p:cBhvr>
                                        <p:cTn id="22"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D38F9-F476-99FD-FF14-5C0630D44CFA}"/>
            </a:ext>
          </a:extLst>
        </p:cNvPr>
        <p:cNvGrpSpPr/>
        <p:nvPr/>
      </p:nvGrpSpPr>
      <p:grpSpPr>
        <a:xfrm>
          <a:off x="0" y="0"/>
          <a:ext cx="0" cy="0"/>
          <a:chOff x="0" y="0"/>
          <a:chExt cx="0" cy="0"/>
        </a:xfrm>
      </p:grpSpPr>
      <p:pic>
        <p:nvPicPr>
          <p:cNvPr id="2" name="Picture 1" descr="Arrows pointing up and arrows&#10;&#10;AI-generated content may be incorrect.">
            <a:extLst>
              <a:ext uri="{FF2B5EF4-FFF2-40B4-BE49-F238E27FC236}">
                <a16:creationId xmlns:a16="http://schemas.microsoft.com/office/drawing/2014/main" id="{D9F3B42B-791F-83EA-7C4D-1F6BEE74FF91}"/>
              </a:ext>
            </a:extLst>
          </p:cNvPr>
          <p:cNvPicPr>
            <a:picLocks noChangeAspect="1"/>
          </p:cNvPicPr>
          <p:nvPr/>
        </p:nvPicPr>
        <p:blipFill>
          <a:blip r:embed="rId2"/>
          <a:srcRect t="5309" b="21876"/>
          <a:stretch>
            <a:fillRect/>
          </a:stretch>
        </p:blipFill>
        <p:spPr>
          <a:xfrm flipH="1">
            <a:off x="0" y="0"/>
            <a:ext cx="12192000" cy="6857990"/>
          </a:xfrm>
          <a:prstGeom prst="rect">
            <a:avLst/>
          </a:prstGeom>
        </p:spPr>
      </p:pic>
      <p:sp>
        <p:nvSpPr>
          <p:cNvPr id="3" name="Rectangle 2">
            <a:extLst>
              <a:ext uri="{FF2B5EF4-FFF2-40B4-BE49-F238E27FC236}">
                <a16:creationId xmlns:a16="http://schemas.microsoft.com/office/drawing/2014/main" id="{802CA9F5-B499-8CAF-404E-E437DC1C5F31}"/>
              </a:ext>
            </a:extLst>
          </p:cNvPr>
          <p:cNvSpPr/>
          <p:nvPr/>
        </p:nvSpPr>
        <p:spPr>
          <a:xfrm>
            <a:off x="2101121" y="435181"/>
            <a:ext cx="7989757" cy="989351"/>
          </a:xfrm>
          <a:prstGeom prst="rect">
            <a:avLst/>
          </a:prstGeom>
          <a:solidFill>
            <a:schemeClr val="bg1"/>
          </a:solid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dirty="0">
              <a:solidFill>
                <a:schemeClr val="tx1"/>
              </a:solidFill>
              <a:latin typeface="+mj-lt"/>
            </a:endParaRPr>
          </a:p>
        </p:txBody>
      </p:sp>
      <p:sp>
        <p:nvSpPr>
          <p:cNvPr id="4" name="TextBox 3">
            <a:extLst>
              <a:ext uri="{FF2B5EF4-FFF2-40B4-BE49-F238E27FC236}">
                <a16:creationId xmlns:a16="http://schemas.microsoft.com/office/drawing/2014/main" id="{D3FA5EEA-14B4-011A-1A9F-439CCD034235}"/>
              </a:ext>
            </a:extLst>
          </p:cNvPr>
          <p:cNvSpPr txBox="1"/>
          <p:nvPr/>
        </p:nvSpPr>
        <p:spPr>
          <a:xfrm>
            <a:off x="2438399" y="563058"/>
            <a:ext cx="7315199" cy="733595"/>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4400" b="1" u="sng" kern="1200" dirty="0">
                <a:solidFill>
                  <a:schemeClr val="tx1"/>
                </a:solidFill>
                <a:latin typeface="+mj-lt"/>
                <a:ea typeface="+mj-ea"/>
                <a:cs typeface="+mj-cs"/>
              </a:rPr>
              <a:t>Top Recommendations</a:t>
            </a:r>
          </a:p>
        </p:txBody>
      </p:sp>
      <p:pic>
        <p:nvPicPr>
          <p:cNvPr id="5" name="Picture 4">
            <a:extLst>
              <a:ext uri="{FF2B5EF4-FFF2-40B4-BE49-F238E27FC236}">
                <a16:creationId xmlns:a16="http://schemas.microsoft.com/office/drawing/2014/main" id="{D1AAE97F-BF9D-1B50-25CE-23C0E1A5E5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12840" y="5590536"/>
            <a:ext cx="1279160" cy="1267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2169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95356-8862-4A64-6806-92F95D852217}"/>
            </a:ext>
          </a:extLst>
        </p:cNvPr>
        <p:cNvGrpSpPr/>
        <p:nvPr/>
      </p:nvGrpSpPr>
      <p:grpSpPr>
        <a:xfrm>
          <a:off x="0" y="0"/>
          <a:ext cx="0" cy="0"/>
          <a:chOff x="0" y="0"/>
          <a:chExt cx="0" cy="0"/>
        </a:xfrm>
      </p:grpSpPr>
      <p:pic>
        <p:nvPicPr>
          <p:cNvPr id="2" name="Picture 1" descr="Arrows pointing up and arrows&#10;&#10;AI-generated content may be incorrect.">
            <a:extLst>
              <a:ext uri="{FF2B5EF4-FFF2-40B4-BE49-F238E27FC236}">
                <a16:creationId xmlns:a16="http://schemas.microsoft.com/office/drawing/2014/main" id="{206A9D49-31B0-0A95-12F8-04B9F63E7D25}"/>
              </a:ext>
            </a:extLst>
          </p:cNvPr>
          <p:cNvPicPr>
            <a:picLocks noChangeAspect="1"/>
          </p:cNvPicPr>
          <p:nvPr/>
        </p:nvPicPr>
        <p:blipFill>
          <a:blip r:embed="rId2"/>
          <a:srcRect t="5309" b="21876"/>
          <a:stretch>
            <a:fillRect/>
          </a:stretch>
        </p:blipFill>
        <p:spPr>
          <a:xfrm flipH="1">
            <a:off x="0" y="0"/>
            <a:ext cx="12192000" cy="6857990"/>
          </a:xfrm>
          <a:prstGeom prst="rect">
            <a:avLst/>
          </a:prstGeom>
        </p:spPr>
      </p:pic>
      <p:sp>
        <p:nvSpPr>
          <p:cNvPr id="5" name="Rectangle 4">
            <a:extLst>
              <a:ext uri="{FF2B5EF4-FFF2-40B4-BE49-F238E27FC236}">
                <a16:creationId xmlns:a16="http://schemas.microsoft.com/office/drawing/2014/main" id="{2225B8AD-7A08-C567-8271-D5014C92A9EB}"/>
              </a:ext>
            </a:extLst>
          </p:cNvPr>
          <p:cNvSpPr/>
          <p:nvPr/>
        </p:nvSpPr>
        <p:spPr>
          <a:xfrm>
            <a:off x="2101121" y="435181"/>
            <a:ext cx="7989757" cy="6085540"/>
          </a:xfrm>
          <a:prstGeom prst="rect">
            <a:avLst/>
          </a:prstGeom>
          <a:solidFill>
            <a:schemeClr val="bg1"/>
          </a:solid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dirty="0">
              <a:solidFill>
                <a:schemeClr val="tx1"/>
              </a:solidFill>
              <a:latin typeface="+mj-lt"/>
            </a:endParaRPr>
          </a:p>
        </p:txBody>
      </p:sp>
      <p:sp>
        <p:nvSpPr>
          <p:cNvPr id="4" name="TextBox 3">
            <a:extLst>
              <a:ext uri="{FF2B5EF4-FFF2-40B4-BE49-F238E27FC236}">
                <a16:creationId xmlns:a16="http://schemas.microsoft.com/office/drawing/2014/main" id="{985253F4-8B9F-6E03-71F6-B8D6097B18A9}"/>
              </a:ext>
            </a:extLst>
          </p:cNvPr>
          <p:cNvSpPr txBox="1"/>
          <p:nvPr/>
        </p:nvSpPr>
        <p:spPr>
          <a:xfrm>
            <a:off x="2438399" y="562282"/>
            <a:ext cx="7315199" cy="733595"/>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4400" b="1" u="sng" kern="1200" dirty="0">
                <a:solidFill>
                  <a:schemeClr val="tx1"/>
                </a:solidFill>
                <a:latin typeface="+mj-lt"/>
                <a:ea typeface="+mj-ea"/>
                <a:cs typeface="+mj-cs"/>
              </a:rPr>
              <a:t>Top Recommendations</a:t>
            </a:r>
          </a:p>
        </p:txBody>
      </p:sp>
      <p:sp>
        <p:nvSpPr>
          <p:cNvPr id="6" name="TextBox 5">
            <a:extLst>
              <a:ext uri="{FF2B5EF4-FFF2-40B4-BE49-F238E27FC236}">
                <a16:creationId xmlns:a16="http://schemas.microsoft.com/office/drawing/2014/main" id="{291FFD9B-892C-37DD-4A72-F5D5B8B8A02C}"/>
              </a:ext>
            </a:extLst>
          </p:cNvPr>
          <p:cNvSpPr txBox="1"/>
          <p:nvPr/>
        </p:nvSpPr>
        <p:spPr>
          <a:xfrm>
            <a:off x="2283890" y="1639570"/>
            <a:ext cx="7624215" cy="4154984"/>
          </a:xfrm>
          <a:prstGeom prst="rect">
            <a:avLst/>
          </a:prstGeom>
          <a:noFill/>
        </p:spPr>
        <p:txBody>
          <a:bodyPr wrap="square" rtlCol="0">
            <a:spAutoFit/>
          </a:bodyPr>
          <a:lstStyle/>
          <a:p>
            <a:pPr marL="457200" indent="-457200">
              <a:buFont typeface="Arial" panose="020B0604020202020204" pitchFamily="34" charset="0"/>
              <a:buChar char="•"/>
            </a:pPr>
            <a:r>
              <a:rPr lang="en-US" sz="2400" dirty="0"/>
              <a:t>Offer </a:t>
            </a:r>
            <a:r>
              <a:rPr lang="en-US" sz="2400" b="1" u="sng" dirty="0"/>
              <a:t>spring/summer season membership deals or promotions</a:t>
            </a:r>
            <a:r>
              <a:rPr lang="en-US" sz="2400" dirty="0"/>
              <a:t> since number of riders and length of average ride length tends to increase during this season</a:t>
            </a:r>
          </a:p>
          <a:p>
            <a:endParaRPr lang="en-US" sz="2400" dirty="0"/>
          </a:p>
          <a:p>
            <a:pPr marL="457200" indent="-457200">
              <a:buFont typeface="Arial" panose="020B0604020202020204" pitchFamily="34" charset="0"/>
              <a:buChar char="•"/>
            </a:pPr>
            <a:r>
              <a:rPr lang="en-US" sz="2400" dirty="0"/>
              <a:t>Host </a:t>
            </a:r>
            <a:r>
              <a:rPr lang="en-US" sz="2400" b="1" u="sng" dirty="0"/>
              <a:t>summer bike marathon</a:t>
            </a:r>
            <a:r>
              <a:rPr lang="en-US" sz="2400" dirty="0"/>
              <a:t> to promote Cyclistic and gather casual riders and member riders alike.</a:t>
            </a:r>
          </a:p>
          <a:p>
            <a:endParaRPr lang="en-US" sz="2400" dirty="0"/>
          </a:p>
          <a:p>
            <a:pPr marL="457200" indent="-457200">
              <a:buFont typeface="Arial" panose="020B0604020202020204" pitchFamily="34" charset="0"/>
              <a:buChar char="•"/>
            </a:pPr>
            <a:r>
              <a:rPr lang="en-US" sz="2400" dirty="0"/>
              <a:t>Offer </a:t>
            </a:r>
            <a:r>
              <a:rPr lang="en-US" sz="2400" b="1" u="sng" dirty="0"/>
              <a:t>weekend deals for memberships</a:t>
            </a:r>
            <a:r>
              <a:rPr lang="en-US" sz="2400" dirty="0"/>
              <a:t> since the most frequent day that bike rides are done are on Saturday.</a:t>
            </a:r>
          </a:p>
        </p:txBody>
      </p:sp>
      <p:pic>
        <p:nvPicPr>
          <p:cNvPr id="3" name="Picture 2">
            <a:hlinkClick r:id="rId3" action="ppaction://hlinksldjump"/>
            <a:extLst>
              <a:ext uri="{FF2B5EF4-FFF2-40B4-BE49-F238E27FC236}">
                <a16:creationId xmlns:a16="http://schemas.microsoft.com/office/drawing/2014/main" id="{C67A3A93-D507-531A-AE31-C63DF04507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12840" y="5590536"/>
            <a:ext cx="1279160" cy="1267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95650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fade">
                                      <p:cBhvr>
                                        <p:cTn id="17"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F9A91-7192-F301-7D23-B245D188B82A}"/>
            </a:ext>
          </a:extLst>
        </p:cNvPr>
        <p:cNvGrpSpPr/>
        <p:nvPr/>
      </p:nvGrpSpPr>
      <p:grpSpPr>
        <a:xfrm>
          <a:off x="0" y="0"/>
          <a:ext cx="0" cy="0"/>
          <a:chOff x="0" y="0"/>
          <a:chExt cx="0" cy="0"/>
        </a:xfrm>
      </p:grpSpPr>
      <p:pic>
        <p:nvPicPr>
          <p:cNvPr id="2" name="Picture 1" descr="Arrows pointing up and arrows&#10;&#10;AI-generated content may be incorrect.">
            <a:extLst>
              <a:ext uri="{FF2B5EF4-FFF2-40B4-BE49-F238E27FC236}">
                <a16:creationId xmlns:a16="http://schemas.microsoft.com/office/drawing/2014/main" id="{C0A4F65E-2015-1059-4BC8-40D41DF30B9B}"/>
              </a:ext>
            </a:extLst>
          </p:cNvPr>
          <p:cNvPicPr>
            <a:picLocks noChangeAspect="1"/>
          </p:cNvPicPr>
          <p:nvPr/>
        </p:nvPicPr>
        <p:blipFill>
          <a:blip r:embed="rId2"/>
          <a:srcRect t="5309" b="21876"/>
          <a:stretch>
            <a:fillRect/>
          </a:stretch>
        </p:blipFill>
        <p:spPr>
          <a:xfrm flipH="1">
            <a:off x="0" y="0"/>
            <a:ext cx="12192000" cy="6857990"/>
          </a:xfrm>
          <a:prstGeom prst="rect">
            <a:avLst/>
          </a:prstGeom>
        </p:spPr>
      </p:pic>
      <p:sp>
        <p:nvSpPr>
          <p:cNvPr id="3" name="Rectangle 2">
            <a:extLst>
              <a:ext uri="{FF2B5EF4-FFF2-40B4-BE49-F238E27FC236}">
                <a16:creationId xmlns:a16="http://schemas.microsoft.com/office/drawing/2014/main" id="{43866068-11DE-1CC7-3D49-63693C8CA9FA}"/>
              </a:ext>
            </a:extLst>
          </p:cNvPr>
          <p:cNvSpPr/>
          <p:nvPr/>
        </p:nvSpPr>
        <p:spPr>
          <a:xfrm>
            <a:off x="2101121" y="435181"/>
            <a:ext cx="7989757" cy="989351"/>
          </a:xfrm>
          <a:prstGeom prst="rect">
            <a:avLst/>
          </a:prstGeom>
          <a:solidFill>
            <a:schemeClr val="bg1"/>
          </a:solid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dirty="0">
              <a:solidFill>
                <a:schemeClr val="tx1"/>
              </a:solidFill>
              <a:latin typeface="+mj-lt"/>
            </a:endParaRPr>
          </a:p>
        </p:txBody>
      </p:sp>
      <p:sp>
        <p:nvSpPr>
          <p:cNvPr id="4" name="TextBox 3">
            <a:extLst>
              <a:ext uri="{FF2B5EF4-FFF2-40B4-BE49-F238E27FC236}">
                <a16:creationId xmlns:a16="http://schemas.microsoft.com/office/drawing/2014/main" id="{1495930D-2441-5642-B65C-2BCD2747D6DD}"/>
              </a:ext>
            </a:extLst>
          </p:cNvPr>
          <p:cNvSpPr txBox="1"/>
          <p:nvPr/>
        </p:nvSpPr>
        <p:spPr>
          <a:xfrm>
            <a:off x="2438399" y="563058"/>
            <a:ext cx="7315199" cy="733595"/>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4400" b="1" u="sng" kern="1200" dirty="0">
                <a:solidFill>
                  <a:schemeClr val="tx1"/>
                </a:solidFill>
                <a:latin typeface="+mj-lt"/>
                <a:ea typeface="+mj-ea"/>
                <a:cs typeface="+mj-cs"/>
              </a:rPr>
              <a:t>Other Recommendations</a:t>
            </a:r>
          </a:p>
        </p:txBody>
      </p:sp>
      <p:pic>
        <p:nvPicPr>
          <p:cNvPr id="5" name="Picture 4">
            <a:extLst>
              <a:ext uri="{FF2B5EF4-FFF2-40B4-BE49-F238E27FC236}">
                <a16:creationId xmlns:a16="http://schemas.microsoft.com/office/drawing/2014/main" id="{68FD9BF7-DB81-E1C6-FFF8-FFB41AE674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12840" y="5590536"/>
            <a:ext cx="1279160" cy="1267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3499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C6651-A203-096A-6285-2517F8BC1DFF}"/>
            </a:ext>
          </a:extLst>
        </p:cNvPr>
        <p:cNvGrpSpPr/>
        <p:nvPr/>
      </p:nvGrpSpPr>
      <p:grpSpPr>
        <a:xfrm>
          <a:off x="0" y="0"/>
          <a:ext cx="0" cy="0"/>
          <a:chOff x="0" y="0"/>
          <a:chExt cx="0" cy="0"/>
        </a:xfrm>
      </p:grpSpPr>
      <p:pic>
        <p:nvPicPr>
          <p:cNvPr id="2" name="Picture 1" descr="Arrows pointing up and arrows&#10;&#10;AI-generated content may be incorrect.">
            <a:extLst>
              <a:ext uri="{FF2B5EF4-FFF2-40B4-BE49-F238E27FC236}">
                <a16:creationId xmlns:a16="http://schemas.microsoft.com/office/drawing/2014/main" id="{6E63C087-C3F7-AFA7-7520-57C71A2DE7B2}"/>
              </a:ext>
            </a:extLst>
          </p:cNvPr>
          <p:cNvPicPr>
            <a:picLocks noChangeAspect="1"/>
          </p:cNvPicPr>
          <p:nvPr/>
        </p:nvPicPr>
        <p:blipFill>
          <a:blip r:embed="rId2"/>
          <a:srcRect t="5309" b="21876"/>
          <a:stretch>
            <a:fillRect/>
          </a:stretch>
        </p:blipFill>
        <p:spPr>
          <a:xfrm flipH="1">
            <a:off x="0" y="0"/>
            <a:ext cx="12192000" cy="6857990"/>
          </a:xfrm>
          <a:prstGeom prst="rect">
            <a:avLst/>
          </a:prstGeom>
        </p:spPr>
      </p:pic>
      <p:sp>
        <p:nvSpPr>
          <p:cNvPr id="5" name="Rectangle 4">
            <a:extLst>
              <a:ext uri="{FF2B5EF4-FFF2-40B4-BE49-F238E27FC236}">
                <a16:creationId xmlns:a16="http://schemas.microsoft.com/office/drawing/2014/main" id="{804EE298-812B-C28F-A98D-20F9F02B0E17}"/>
              </a:ext>
            </a:extLst>
          </p:cNvPr>
          <p:cNvSpPr/>
          <p:nvPr/>
        </p:nvSpPr>
        <p:spPr>
          <a:xfrm>
            <a:off x="2101121" y="435181"/>
            <a:ext cx="7989757" cy="6085540"/>
          </a:xfrm>
          <a:prstGeom prst="rect">
            <a:avLst/>
          </a:prstGeom>
          <a:solidFill>
            <a:schemeClr val="bg1"/>
          </a:solid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dirty="0">
              <a:solidFill>
                <a:schemeClr val="tx1"/>
              </a:solidFill>
              <a:latin typeface="+mj-lt"/>
            </a:endParaRPr>
          </a:p>
        </p:txBody>
      </p:sp>
      <p:sp>
        <p:nvSpPr>
          <p:cNvPr id="4" name="TextBox 3">
            <a:extLst>
              <a:ext uri="{FF2B5EF4-FFF2-40B4-BE49-F238E27FC236}">
                <a16:creationId xmlns:a16="http://schemas.microsoft.com/office/drawing/2014/main" id="{260BD964-0530-A38E-CDDF-AC7FF8222E37}"/>
              </a:ext>
            </a:extLst>
          </p:cNvPr>
          <p:cNvSpPr txBox="1"/>
          <p:nvPr/>
        </p:nvSpPr>
        <p:spPr>
          <a:xfrm>
            <a:off x="2438399" y="562282"/>
            <a:ext cx="7315199" cy="733595"/>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4400" b="1" u="sng" dirty="0">
                <a:latin typeface="+mj-lt"/>
                <a:ea typeface="+mj-ea"/>
                <a:cs typeface="+mj-cs"/>
              </a:rPr>
              <a:t>Other</a:t>
            </a:r>
            <a:r>
              <a:rPr lang="en-US" sz="4400" b="1" u="sng" kern="1200" dirty="0">
                <a:solidFill>
                  <a:schemeClr val="tx1"/>
                </a:solidFill>
                <a:latin typeface="+mj-lt"/>
                <a:ea typeface="+mj-ea"/>
                <a:cs typeface="+mj-cs"/>
              </a:rPr>
              <a:t> Recommendations</a:t>
            </a:r>
          </a:p>
        </p:txBody>
      </p:sp>
      <p:sp>
        <p:nvSpPr>
          <p:cNvPr id="6" name="TextBox 5">
            <a:extLst>
              <a:ext uri="{FF2B5EF4-FFF2-40B4-BE49-F238E27FC236}">
                <a16:creationId xmlns:a16="http://schemas.microsoft.com/office/drawing/2014/main" id="{8B1243DB-A01F-7C93-0924-A8BF93037E48}"/>
              </a:ext>
            </a:extLst>
          </p:cNvPr>
          <p:cNvSpPr txBox="1"/>
          <p:nvPr/>
        </p:nvSpPr>
        <p:spPr>
          <a:xfrm>
            <a:off x="2283890" y="1615270"/>
            <a:ext cx="7624215" cy="4154984"/>
          </a:xfrm>
          <a:prstGeom prst="rect">
            <a:avLst/>
          </a:prstGeom>
          <a:noFill/>
        </p:spPr>
        <p:txBody>
          <a:bodyPr wrap="square" rtlCol="0">
            <a:spAutoFit/>
          </a:bodyPr>
          <a:lstStyle/>
          <a:p>
            <a:pPr marL="457200" indent="-457200">
              <a:buFont typeface="Arial" panose="020B0604020202020204" pitchFamily="34" charset="0"/>
              <a:buChar char="•"/>
            </a:pPr>
            <a:r>
              <a:rPr lang="en-US" sz="2400" dirty="0"/>
              <a:t>Offer </a:t>
            </a:r>
            <a:r>
              <a:rPr lang="en-US" sz="2400" b="1" u="sng" dirty="0"/>
              <a:t>winter season membership deals or promotions</a:t>
            </a:r>
            <a:r>
              <a:rPr lang="en-US" sz="2400" dirty="0"/>
              <a:t> to gather more members during the low seasons of Cyclistic.</a:t>
            </a:r>
          </a:p>
          <a:p>
            <a:endParaRPr lang="en-US" sz="2400" dirty="0"/>
          </a:p>
          <a:p>
            <a:pPr marL="457200" indent="-457200">
              <a:buFont typeface="Arial" panose="020B0604020202020204" pitchFamily="34" charset="0"/>
              <a:buChar char="•"/>
            </a:pPr>
            <a:r>
              <a:rPr lang="en-US" sz="2400" dirty="0"/>
              <a:t>Provide </a:t>
            </a:r>
            <a:r>
              <a:rPr lang="en-US" sz="2400" b="1" u="sng" dirty="0"/>
              <a:t>friend referral program</a:t>
            </a:r>
            <a:r>
              <a:rPr lang="en-US" sz="2400" dirty="0"/>
              <a:t> or </a:t>
            </a:r>
            <a:r>
              <a:rPr lang="en-US" sz="2400" b="1" u="sng" dirty="0"/>
              <a:t>family membership plans</a:t>
            </a:r>
            <a:r>
              <a:rPr lang="en-US" sz="2400" dirty="0"/>
              <a:t> for registering new Cyclistic members.</a:t>
            </a:r>
          </a:p>
          <a:p>
            <a:endParaRPr lang="en-US" sz="2400" dirty="0"/>
          </a:p>
          <a:p>
            <a:pPr marL="457200" indent="-457200">
              <a:buFont typeface="Arial" panose="020B0604020202020204" pitchFamily="34" charset="0"/>
              <a:buChar char="•"/>
            </a:pPr>
            <a:r>
              <a:rPr lang="en-US" sz="2400" dirty="0"/>
              <a:t>Provide </a:t>
            </a:r>
            <a:r>
              <a:rPr lang="en-US" sz="2400" b="1" u="sng" dirty="0"/>
              <a:t>seasonal merch</a:t>
            </a:r>
            <a:r>
              <a:rPr lang="en-US" sz="2400" dirty="0"/>
              <a:t> accompanied with membership to incentivize the purchase of memberships.</a:t>
            </a:r>
          </a:p>
        </p:txBody>
      </p:sp>
      <p:pic>
        <p:nvPicPr>
          <p:cNvPr id="3" name="Picture 2">
            <a:hlinkClick r:id="rId3" action="ppaction://hlinksldjump"/>
            <a:extLst>
              <a:ext uri="{FF2B5EF4-FFF2-40B4-BE49-F238E27FC236}">
                <a16:creationId xmlns:a16="http://schemas.microsoft.com/office/drawing/2014/main" id="{3CFA7A33-1EA3-87B2-FE23-66FE7251B1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12840" y="5590536"/>
            <a:ext cx="1279160" cy="1267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781063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fade">
                                      <p:cBhvr>
                                        <p:cTn id="17"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76EE75-ACD3-89A2-04A5-F84E177BA2A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F2DA073-35B4-EEF2-8E25-B3A1460185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rrows pointing up and arrows&#10;&#10;AI-generated content may be incorrect.">
            <a:extLst>
              <a:ext uri="{FF2B5EF4-FFF2-40B4-BE49-F238E27FC236}">
                <a16:creationId xmlns:a16="http://schemas.microsoft.com/office/drawing/2014/main" id="{B03E43F6-6CA3-2111-5E43-F6BD5B84639E}"/>
              </a:ext>
            </a:extLst>
          </p:cNvPr>
          <p:cNvPicPr>
            <a:picLocks noChangeAspect="1"/>
          </p:cNvPicPr>
          <p:nvPr/>
        </p:nvPicPr>
        <p:blipFill>
          <a:blip r:embed="rId3"/>
          <a:srcRect t="5309" b="21876"/>
          <a:stretch>
            <a:fillRect/>
          </a:stretch>
        </p:blipFill>
        <p:spPr>
          <a:xfrm flipH="1">
            <a:off x="1" y="10"/>
            <a:ext cx="12192000" cy="6857990"/>
          </a:xfrm>
          <a:prstGeom prst="rect">
            <a:avLst/>
          </a:prstGeom>
        </p:spPr>
      </p:pic>
      <p:sp useBgFill="1">
        <p:nvSpPr>
          <p:cNvPr id="12" name="Rectangle 11">
            <a:extLst>
              <a:ext uri="{FF2B5EF4-FFF2-40B4-BE49-F238E27FC236}">
                <a16:creationId xmlns:a16="http://schemas.microsoft.com/office/drawing/2014/main" id="{A1B93918-BE8C-2C59-9587-4AF4493903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24436" y="1066800"/>
            <a:ext cx="4389120" cy="47244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0158266-45CD-C496-4F69-58EFA6AF415B}"/>
              </a:ext>
            </a:extLst>
          </p:cNvPr>
          <p:cNvSpPr txBox="1"/>
          <p:nvPr/>
        </p:nvSpPr>
        <p:spPr>
          <a:xfrm>
            <a:off x="7134717" y="2885471"/>
            <a:ext cx="4768558" cy="1065899"/>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6600" b="1" u="sng" kern="1200" dirty="0">
                <a:solidFill>
                  <a:schemeClr val="tx1"/>
                </a:solidFill>
                <a:latin typeface="+mj-lt"/>
                <a:ea typeface="+mj-ea"/>
                <a:cs typeface="+mj-cs"/>
              </a:rPr>
              <a:t>Thank You</a:t>
            </a:r>
          </a:p>
        </p:txBody>
      </p:sp>
      <p:cxnSp>
        <p:nvCxnSpPr>
          <p:cNvPr id="14" name="Straight Connector 13">
            <a:extLst>
              <a:ext uri="{FF2B5EF4-FFF2-40B4-BE49-F238E27FC236}">
                <a16:creationId xmlns:a16="http://schemas.microsoft.com/office/drawing/2014/main" id="{99148389-44DF-6698-BC10-18DE781464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324436" y="5780876"/>
            <a:ext cx="4389120"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3318FFE1-5B18-C955-1F81-6EE3A1D1C4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7567" y="1055966"/>
            <a:ext cx="4768558" cy="4724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63720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rrows pointing up and arrows&#10;&#10;AI-generated content may be incorrect.">
            <a:extLst>
              <a:ext uri="{FF2B5EF4-FFF2-40B4-BE49-F238E27FC236}">
                <a16:creationId xmlns:a16="http://schemas.microsoft.com/office/drawing/2014/main" id="{B1451846-9B44-DAB4-53F6-01B363DC330F}"/>
              </a:ext>
            </a:extLst>
          </p:cNvPr>
          <p:cNvPicPr>
            <a:picLocks noChangeAspect="1"/>
          </p:cNvPicPr>
          <p:nvPr/>
        </p:nvPicPr>
        <p:blipFill>
          <a:blip r:embed="rId2"/>
          <a:srcRect t="5309" b="21876"/>
          <a:stretch>
            <a:fillRect/>
          </a:stretch>
        </p:blipFill>
        <p:spPr>
          <a:xfrm flipH="1">
            <a:off x="1" y="10"/>
            <a:ext cx="12192000" cy="6857990"/>
          </a:xfrm>
          <a:prstGeom prst="rect">
            <a:avLst/>
          </a:prstGeom>
        </p:spPr>
      </p:pic>
      <p:pic>
        <p:nvPicPr>
          <p:cNvPr id="3" name="Picture 2">
            <a:extLst>
              <a:ext uri="{FF2B5EF4-FFF2-40B4-BE49-F238E27FC236}">
                <a16:creationId xmlns:a16="http://schemas.microsoft.com/office/drawing/2014/main" id="{035D7B1B-58DE-E3C0-096B-168A037525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12840" y="5590536"/>
            <a:ext cx="1279160" cy="126745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FF427103-A7C7-74A9-3350-D1956762A473}"/>
              </a:ext>
            </a:extLst>
          </p:cNvPr>
          <p:cNvSpPr/>
          <p:nvPr/>
        </p:nvSpPr>
        <p:spPr>
          <a:xfrm>
            <a:off x="1593631" y="167165"/>
            <a:ext cx="9004736" cy="6487638"/>
          </a:xfrm>
          <a:prstGeom prst="rect">
            <a:avLst/>
          </a:prstGeom>
          <a:solidFill>
            <a:schemeClr val="bg1"/>
          </a:solid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dirty="0">
              <a:solidFill>
                <a:schemeClr val="tx1"/>
              </a:solidFill>
              <a:latin typeface="+mj-lt"/>
            </a:endParaRPr>
          </a:p>
        </p:txBody>
      </p:sp>
      <p:sp>
        <p:nvSpPr>
          <p:cNvPr id="5" name="TextBox 4">
            <a:extLst>
              <a:ext uri="{FF2B5EF4-FFF2-40B4-BE49-F238E27FC236}">
                <a16:creationId xmlns:a16="http://schemas.microsoft.com/office/drawing/2014/main" id="{6BC24D3C-5BE4-D3EC-5BFA-DE0C9CC5BDD9}"/>
              </a:ext>
            </a:extLst>
          </p:cNvPr>
          <p:cNvSpPr txBox="1"/>
          <p:nvPr/>
        </p:nvSpPr>
        <p:spPr>
          <a:xfrm>
            <a:off x="4774324" y="203197"/>
            <a:ext cx="2643350" cy="733595"/>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4400" b="1" u="sng" kern="1200" dirty="0">
                <a:solidFill>
                  <a:schemeClr val="tx1"/>
                </a:solidFill>
                <a:latin typeface="+mj-lt"/>
                <a:ea typeface="+mj-ea"/>
                <a:cs typeface="+mj-cs"/>
              </a:rPr>
              <a:t>Appendix</a:t>
            </a:r>
          </a:p>
        </p:txBody>
      </p:sp>
      <p:graphicFrame>
        <p:nvGraphicFramePr>
          <p:cNvPr id="13" name="Table 12">
            <a:extLst>
              <a:ext uri="{FF2B5EF4-FFF2-40B4-BE49-F238E27FC236}">
                <a16:creationId xmlns:a16="http://schemas.microsoft.com/office/drawing/2014/main" id="{CAC826EB-3460-4576-0405-BB87EA31F204}"/>
              </a:ext>
            </a:extLst>
          </p:cNvPr>
          <p:cNvGraphicFramePr>
            <a:graphicFrameLocks noGrp="1"/>
          </p:cNvGraphicFramePr>
          <p:nvPr>
            <p:extLst>
              <p:ext uri="{D42A27DB-BD31-4B8C-83A1-F6EECF244321}">
                <p14:modId xmlns:p14="http://schemas.microsoft.com/office/powerpoint/2010/main" val="1693787684"/>
              </p:ext>
            </p:extLst>
          </p:nvPr>
        </p:nvGraphicFramePr>
        <p:xfrm>
          <a:off x="2031999" y="936792"/>
          <a:ext cx="8128000" cy="5413248"/>
        </p:xfrm>
        <a:graphic>
          <a:graphicData uri="http://schemas.openxmlformats.org/drawingml/2006/table">
            <a:tbl>
              <a:tblPr bandRow="1">
                <a:tableStyleId>{5C22544A-7EE6-4342-B048-85BDC9FD1C3A}</a:tableStyleId>
              </a:tblPr>
              <a:tblGrid>
                <a:gridCol w="4064000">
                  <a:extLst>
                    <a:ext uri="{9D8B030D-6E8A-4147-A177-3AD203B41FA5}">
                      <a16:colId xmlns:a16="http://schemas.microsoft.com/office/drawing/2014/main" val="2306793170"/>
                    </a:ext>
                  </a:extLst>
                </a:gridCol>
                <a:gridCol w="4064000">
                  <a:extLst>
                    <a:ext uri="{9D8B030D-6E8A-4147-A177-3AD203B41FA5}">
                      <a16:colId xmlns:a16="http://schemas.microsoft.com/office/drawing/2014/main" val="2952120024"/>
                    </a:ext>
                  </a:extLst>
                </a:gridCol>
              </a:tblGrid>
              <a:tr h="8083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b="1" u="none" kern="1200" dirty="0">
                        <a:solidFill>
                          <a:schemeClr val="tx1"/>
                        </a:solidFill>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u="none" kern="1200" dirty="0">
                          <a:solidFill>
                            <a:schemeClr val="tx1"/>
                          </a:solidFill>
                          <a:latin typeface="+mn-lt"/>
                          <a:ea typeface="+mn-ea"/>
                          <a:cs typeface="+mn-cs"/>
                          <a:hlinkClick r:id="rId4" action="ppaction://hlinksldjump"/>
                        </a:rPr>
                        <a:t>Average Ride Length Over 2024</a:t>
                      </a:r>
                      <a:endParaRPr lang="en-US" sz="1600" b="1" u="none" kern="1200" dirty="0">
                        <a:solidFill>
                          <a:schemeClr val="tx1"/>
                        </a:solidFill>
                        <a:latin typeface="+mn-lt"/>
                        <a:ea typeface="+mn-ea"/>
                        <a:cs typeface="+mn-cs"/>
                      </a:endParaRPr>
                    </a:p>
                    <a:p>
                      <a:pPr algn="ctr"/>
                      <a:endParaRPr lang="en-US" sz="1600" b="1" u="none"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u="none" kern="1200" dirty="0">
                          <a:solidFill>
                            <a:schemeClr val="dk1"/>
                          </a:solidFill>
                          <a:latin typeface="+mn-lt"/>
                          <a:ea typeface="+mn-ea"/>
                          <a:cs typeface="+mn-cs"/>
                          <a:hlinkClick r:id="rId5" action="ppaction://hlinksldjump"/>
                        </a:rPr>
                        <a:t>Average Ride Length Over 2024: Casual Riders vs. Member Riders</a:t>
                      </a:r>
                      <a:endParaRPr lang="en-US" sz="1600" b="1" u="none" kern="1200" dirty="0">
                        <a:solidFill>
                          <a:schemeClr val="tx1"/>
                        </a:solidFill>
                        <a:latin typeface="+mn-lt"/>
                        <a:ea typeface="+mn-ea"/>
                        <a:cs typeface="+mn-cs"/>
                      </a:endParaRPr>
                    </a:p>
                  </a:txBody>
                  <a:tcPr anchor="ctr"/>
                </a:tc>
                <a:extLst>
                  <a:ext uri="{0D108BD9-81ED-4DB2-BD59-A6C34878D82A}">
                    <a16:rowId xmlns:a16="http://schemas.microsoft.com/office/drawing/2014/main" val="2217400201"/>
                  </a:ext>
                </a:extLst>
              </a:tr>
              <a:tr h="114176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b="1" u="none" kern="1200" dirty="0">
                        <a:solidFill>
                          <a:schemeClr val="dk1"/>
                        </a:solidFill>
                        <a:latin typeface="+mn-lt"/>
                        <a:ea typeface="+mn-ea"/>
                        <a:cs typeface="+mn-cs"/>
                        <a:hlinkClick r:id="rId6" action="ppaction://hlinksldjump"/>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u="none" kern="1200" dirty="0">
                          <a:solidFill>
                            <a:schemeClr val="dk1"/>
                          </a:solidFill>
                          <a:latin typeface="+mn-lt"/>
                          <a:ea typeface="+mn-ea"/>
                          <a:cs typeface="+mn-cs"/>
                          <a:hlinkClick r:id="rId6" action="ppaction://hlinksldjump"/>
                        </a:rPr>
                        <a:t>Number of Riders Over 2024: Casual vs. Members</a:t>
                      </a:r>
                      <a:endParaRPr lang="en-US" sz="1600" b="1" u="none" kern="1200" dirty="0">
                        <a:solidFill>
                          <a:schemeClr val="tx1"/>
                        </a:solidFill>
                        <a:latin typeface="+mn-lt"/>
                        <a:ea typeface="+mn-ea"/>
                        <a:cs typeface="+mn-cs"/>
                      </a:endParaRPr>
                    </a:p>
                    <a:p>
                      <a:pPr algn="ctr"/>
                      <a:endParaRPr lang="en-US" sz="1600" b="1" u="none" dirty="0"/>
                    </a:p>
                  </a:txBody>
                  <a:tcPr anchor="ctr"/>
                </a:tc>
                <a:tc>
                  <a:txBody>
                    <a:bodyPr/>
                    <a:lstStyle/>
                    <a:p>
                      <a:pPr algn="ctr" defTabSz="914400">
                        <a:lnSpc>
                          <a:spcPct val="90000"/>
                        </a:lnSpc>
                        <a:spcBef>
                          <a:spcPct val="0"/>
                        </a:spcBef>
                        <a:spcAft>
                          <a:spcPts val="600"/>
                        </a:spcAft>
                      </a:pPr>
                      <a:endParaRPr lang="en-US" sz="1600" b="1" u="none" kern="1200" dirty="0">
                        <a:solidFill>
                          <a:schemeClr val="dk1"/>
                        </a:solidFill>
                        <a:latin typeface="+mn-lt"/>
                        <a:ea typeface="+mn-ea"/>
                        <a:cs typeface="+mn-cs"/>
                        <a:hlinkClick r:id="rId7" action="ppaction://hlinksldjump"/>
                      </a:endParaRPr>
                    </a:p>
                    <a:p>
                      <a:pPr algn="ctr" defTabSz="914400">
                        <a:lnSpc>
                          <a:spcPct val="90000"/>
                        </a:lnSpc>
                        <a:spcBef>
                          <a:spcPct val="0"/>
                        </a:spcBef>
                        <a:spcAft>
                          <a:spcPts val="600"/>
                        </a:spcAft>
                      </a:pPr>
                      <a:r>
                        <a:rPr lang="en-US" sz="1600" b="1" u="none" kern="1200" dirty="0">
                          <a:solidFill>
                            <a:schemeClr val="dk1"/>
                          </a:solidFill>
                          <a:latin typeface="+mn-lt"/>
                          <a:ea typeface="+mn-ea"/>
                          <a:cs typeface="+mn-cs"/>
                          <a:hlinkClick r:id="rId7" action="ppaction://hlinksldjump"/>
                        </a:rPr>
                        <a:t>Average Ride Length on the Day of Peak Number of Riders Over 2024</a:t>
                      </a:r>
                      <a:endParaRPr lang="en-US" sz="1600" b="1" u="none" kern="1200" dirty="0">
                        <a:solidFill>
                          <a:schemeClr val="tx1"/>
                        </a:solidFill>
                        <a:latin typeface="+mn-lt"/>
                        <a:ea typeface="+mn-ea"/>
                        <a:cs typeface="+mn-cs"/>
                      </a:endParaRPr>
                    </a:p>
                    <a:p>
                      <a:pPr algn="ctr"/>
                      <a:endParaRPr lang="en-US" sz="1600" b="1" u="none" dirty="0"/>
                    </a:p>
                  </a:txBody>
                  <a:tcPr anchor="ctr"/>
                </a:tc>
                <a:extLst>
                  <a:ext uri="{0D108BD9-81ED-4DB2-BD59-A6C34878D82A}">
                    <a16:rowId xmlns:a16="http://schemas.microsoft.com/office/drawing/2014/main" val="2061882860"/>
                  </a:ext>
                </a:extLst>
              </a:tr>
              <a:tr h="104409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b="1" u="none" kern="1200" dirty="0">
                        <a:solidFill>
                          <a:schemeClr val="tx1"/>
                        </a:solidFill>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u="none" kern="1200" dirty="0">
                          <a:solidFill>
                            <a:schemeClr val="tx1"/>
                          </a:solidFill>
                          <a:latin typeface="+mn-lt"/>
                          <a:ea typeface="+mn-ea"/>
                          <a:cs typeface="+mn-cs"/>
                          <a:hlinkClick r:id="rId8" action="ppaction://hlinksldjump"/>
                        </a:rPr>
                        <a:t>Peak Number of Riders </a:t>
                      </a:r>
                      <a:r>
                        <a:rPr lang="en-US" sz="1600" b="1" u="none" kern="1200" dirty="0">
                          <a:solidFill>
                            <a:schemeClr val="dk1"/>
                          </a:solidFill>
                          <a:latin typeface="+mn-lt"/>
                          <a:ea typeface="+mn-ea"/>
                          <a:cs typeface="+mn-cs"/>
                          <a:hlinkClick r:id="rId8" action="ppaction://hlinksldjump"/>
                        </a:rPr>
                        <a:t>Over 2024: Casual Riders vs. Member Riders</a:t>
                      </a:r>
                      <a:endParaRPr lang="en-US" sz="1600" b="1" u="none" kern="1200" dirty="0">
                        <a:solidFill>
                          <a:schemeClr val="tx1"/>
                        </a:solidFill>
                        <a:latin typeface="+mn-lt"/>
                        <a:ea typeface="+mn-ea"/>
                        <a:cs typeface="+mn-cs"/>
                      </a:endParaRPr>
                    </a:p>
                    <a:p>
                      <a:pPr algn="ctr"/>
                      <a:endParaRPr lang="en-US" sz="1600" b="1" u="none"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b="1" u="none" kern="1200" dirty="0">
                        <a:solidFill>
                          <a:schemeClr val="tx1"/>
                        </a:solidFill>
                        <a:latin typeface="+mn-lt"/>
                        <a:ea typeface="+mn-ea"/>
                        <a:cs typeface="+mn-cs"/>
                        <a:hlinkClick r:id="rId9" action="ppaction://hlinksldjump"/>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u="none" kern="1200" dirty="0">
                          <a:solidFill>
                            <a:schemeClr val="tx1"/>
                          </a:solidFill>
                          <a:latin typeface="+mn-lt"/>
                          <a:ea typeface="+mn-ea"/>
                          <a:cs typeface="+mn-cs"/>
                          <a:hlinkClick r:id="rId9" action="ppaction://hlinksldjump"/>
                        </a:rPr>
                        <a:t>Frequency of Days of the Week</a:t>
                      </a:r>
                      <a:r>
                        <a:rPr lang="en-US" sz="1600" b="1" u="none" dirty="0">
                          <a:hlinkClick r:id="rId9" action="ppaction://hlinksldjump"/>
                        </a:rPr>
                        <a:t> on the Day of Peak Riders</a:t>
                      </a:r>
                      <a:r>
                        <a:rPr lang="en-US" sz="1600" b="1" u="none" kern="1200" dirty="0">
                          <a:solidFill>
                            <a:schemeClr val="tx1"/>
                          </a:solidFill>
                          <a:latin typeface="+mn-lt"/>
                          <a:ea typeface="+mn-ea"/>
                          <a:cs typeface="+mn-cs"/>
                          <a:hlinkClick r:id="rId9" action="ppaction://hlinksldjump"/>
                        </a:rPr>
                        <a:t> Throughout 2024: Casual Riders</a:t>
                      </a:r>
                      <a:endParaRPr lang="en-US" sz="1600" b="1" u="none" kern="1200" dirty="0">
                        <a:solidFill>
                          <a:schemeClr val="tx1"/>
                        </a:solidFill>
                        <a:latin typeface="+mn-lt"/>
                        <a:ea typeface="+mn-ea"/>
                        <a:cs typeface="+mn-cs"/>
                      </a:endParaRPr>
                    </a:p>
                    <a:p>
                      <a:pPr algn="ctr"/>
                      <a:endParaRPr lang="en-US" sz="1600" b="1" u="none" dirty="0"/>
                    </a:p>
                  </a:txBody>
                  <a:tcPr anchor="ctr"/>
                </a:tc>
                <a:extLst>
                  <a:ext uri="{0D108BD9-81ED-4DB2-BD59-A6C34878D82A}">
                    <a16:rowId xmlns:a16="http://schemas.microsoft.com/office/drawing/2014/main" val="1990627390"/>
                  </a:ext>
                </a:extLst>
              </a:tr>
              <a:tr h="104409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b="1" u="none" kern="1200" dirty="0">
                        <a:solidFill>
                          <a:schemeClr val="tx1"/>
                        </a:solidFill>
                        <a:latin typeface="+mn-lt"/>
                        <a:ea typeface="+mn-ea"/>
                        <a:cs typeface="+mn-cs"/>
                        <a:hlinkClick r:id="rId10" action="ppaction://hlinksldjump"/>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u="none" kern="1200" dirty="0">
                          <a:solidFill>
                            <a:schemeClr val="tx1"/>
                          </a:solidFill>
                          <a:latin typeface="+mn-lt"/>
                          <a:ea typeface="+mn-ea"/>
                          <a:cs typeface="+mn-cs"/>
                          <a:hlinkClick r:id="rId10" action="ppaction://hlinksldjump"/>
                        </a:rPr>
                        <a:t>Frequency of Days of the Week on the Day of Peak Riders Throughout 2024: </a:t>
                      </a:r>
                      <a:r>
                        <a:rPr lang="en-US" sz="1600" b="1" u="none" kern="1200" dirty="0">
                          <a:solidFill>
                            <a:schemeClr val="dk1"/>
                          </a:solidFill>
                          <a:latin typeface="+mn-lt"/>
                          <a:ea typeface="+mn-ea"/>
                          <a:cs typeface="+mn-cs"/>
                          <a:hlinkClick r:id="rId10" action="ppaction://hlinksldjump"/>
                        </a:rPr>
                        <a:t>Member</a:t>
                      </a:r>
                      <a:r>
                        <a:rPr lang="en-US" sz="1600" b="1" u="none" kern="1200" dirty="0">
                          <a:solidFill>
                            <a:schemeClr val="tx1"/>
                          </a:solidFill>
                          <a:latin typeface="+mn-lt"/>
                          <a:ea typeface="+mn-ea"/>
                          <a:cs typeface="+mn-cs"/>
                          <a:hlinkClick r:id="rId10" action="ppaction://hlinksldjump"/>
                        </a:rPr>
                        <a:t> Riders</a:t>
                      </a:r>
                      <a:endParaRPr lang="en-US" sz="1600" b="1" u="none" kern="1200" dirty="0">
                        <a:solidFill>
                          <a:schemeClr val="tx1"/>
                        </a:solidFill>
                        <a:latin typeface="+mn-lt"/>
                        <a:ea typeface="+mn-ea"/>
                        <a:cs typeface="+mn-cs"/>
                      </a:endParaRPr>
                    </a:p>
                    <a:p>
                      <a:pPr algn="ctr"/>
                      <a:endParaRPr lang="en-US" sz="1600" b="1" u="none"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b="1" u="none" kern="1200" dirty="0">
                        <a:solidFill>
                          <a:schemeClr val="tx1"/>
                        </a:solidFill>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u="none" kern="1200" dirty="0">
                          <a:solidFill>
                            <a:schemeClr val="tx1"/>
                          </a:solidFill>
                          <a:latin typeface="+mn-lt"/>
                          <a:ea typeface="+mn-ea"/>
                          <a:cs typeface="+mn-cs"/>
                          <a:hlinkClick r:id="rId11" action="ppaction://hlinksldjump"/>
                        </a:rPr>
                        <a:t>Key Insight Summary</a:t>
                      </a:r>
                      <a:endParaRPr lang="en-US" sz="1600" b="1" u="none" kern="1200" dirty="0">
                        <a:solidFill>
                          <a:schemeClr val="tx1"/>
                        </a:solidFill>
                        <a:latin typeface="+mn-lt"/>
                        <a:ea typeface="+mn-ea"/>
                        <a:cs typeface="+mn-cs"/>
                      </a:endParaRPr>
                    </a:p>
                    <a:p>
                      <a:pPr algn="ctr"/>
                      <a:endParaRPr lang="en-US" sz="1600" b="1" u="none" dirty="0"/>
                    </a:p>
                  </a:txBody>
                  <a:tcPr anchor="ctr"/>
                </a:tc>
                <a:extLst>
                  <a:ext uri="{0D108BD9-81ED-4DB2-BD59-A6C34878D82A}">
                    <a16:rowId xmlns:a16="http://schemas.microsoft.com/office/drawing/2014/main" val="791607757"/>
                  </a:ext>
                </a:extLst>
              </a:tr>
              <a:tr h="8083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b="1" u="none" kern="1200" dirty="0">
                        <a:solidFill>
                          <a:schemeClr val="tx1"/>
                        </a:solidFill>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u="none" kern="1200" dirty="0">
                          <a:solidFill>
                            <a:schemeClr val="tx1"/>
                          </a:solidFill>
                          <a:latin typeface="+mn-lt"/>
                          <a:ea typeface="+mn-ea"/>
                          <a:cs typeface="+mn-cs"/>
                          <a:hlinkClick r:id="rId12" action="ppaction://hlinksldjump"/>
                        </a:rPr>
                        <a:t>Top Recommendations</a:t>
                      </a:r>
                      <a:endParaRPr lang="en-US" sz="1600" b="1" u="none" kern="1200" dirty="0">
                        <a:solidFill>
                          <a:schemeClr val="tx1"/>
                        </a:solidFill>
                        <a:latin typeface="+mn-lt"/>
                        <a:ea typeface="+mn-ea"/>
                        <a:cs typeface="+mn-cs"/>
                      </a:endParaRPr>
                    </a:p>
                    <a:p>
                      <a:pPr algn="ctr"/>
                      <a:endParaRPr lang="en-US" sz="1600" b="1" u="none"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b="1" u="none" kern="1200" dirty="0">
                        <a:solidFill>
                          <a:schemeClr val="dk1"/>
                        </a:solidFill>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u="none" kern="1200" dirty="0">
                          <a:solidFill>
                            <a:schemeClr val="dk1"/>
                          </a:solidFill>
                          <a:latin typeface="+mn-lt"/>
                          <a:ea typeface="+mn-ea"/>
                          <a:cs typeface="+mn-cs"/>
                          <a:hlinkClick r:id="rId13" action="ppaction://hlinksldjump"/>
                        </a:rPr>
                        <a:t>Other</a:t>
                      </a:r>
                      <a:r>
                        <a:rPr lang="en-US" sz="1600" b="1" u="none" kern="1200" dirty="0">
                          <a:solidFill>
                            <a:schemeClr val="tx1"/>
                          </a:solidFill>
                          <a:latin typeface="+mn-lt"/>
                          <a:ea typeface="+mn-ea"/>
                          <a:cs typeface="+mn-cs"/>
                          <a:hlinkClick r:id="rId13" action="ppaction://hlinksldjump"/>
                        </a:rPr>
                        <a:t> Recommendations</a:t>
                      </a:r>
                      <a:endParaRPr lang="en-US" sz="1600" b="1" u="none" kern="1200" dirty="0">
                        <a:solidFill>
                          <a:schemeClr val="tx1"/>
                        </a:solidFill>
                        <a:latin typeface="+mn-lt"/>
                        <a:ea typeface="+mn-ea"/>
                        <a:cs typeface="+mn-cs"/>
                      </a:endParaRPr>
                    </a:p>
                    <a:p>
                      <a:pPr algn="ctr"/>
                      <a:endParaRPr lang="en-US" sz="1600" b="1" u="none" dirty="0"/>
                    </a:p>
                  </a:txBody>
                  <a:tcPr anchor="ctr"/>
                </a:tc>
                <a:extLst>
                  <a:ext uri="{0D108BD9-81ED-4DB2-BD59-A6C34878D82A}">
                    <a16:rowId xmlns:a16="http://schemas.microsoft.com/office/drawing/2014/main" val="2399202687"/>
                  </a:ext>
                </a:extLst>
              </a:tr>
            </a:tbl>
          </a:graphicData>
        </a:graphic>
      </p:graphicFrame>
    </p:spTree>
    <p:extLst>
      <p:ext uri="{BB962C8B-B14F-4D97-AF65-F5344CB8AC3E}">
        <p14:creationId xmlns:p14="http://schemas.microsoft.com/office/powerpoint/2010/main" val="2815862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Atlas</Template>
  <TotalTime>4647</TotalTime>
  <Words>917</Words>
  <Application>Microsoft Office PowerPoint</Application>
  <PresentationFormat>Widescreen</PresentationFormat>
  <Paragraphs>114</Paragraphs>
  <Slides>20</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Narrow</vt:lpstr>
      <vt:lpstr>Arial</vt:lpstr>
      <vt:lpstr>Grandview Display</vt:lpstr>
      <vt:lpstr>DashVTI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Elijah Borque</dc:creator>
  <cp:lastModifiedBy>Elijah Borque</cp:lastModifiedBy>
  <cp:revision>1</cp:revision>
  <dcterms:created xsi:type="dcterms:W3CDTF">2025-12-03T17:47:59Z</dcterms:created>
  <dcterms:modified xsi:type="dcterms:W3CDTF">2025-12-07T18:30:36Z</dcterms:modified>
</cp:coreProperties>
</file>